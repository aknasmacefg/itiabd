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94" d="100"/>
          <a:sy n="94" d="100"/>
        </p:scale>
        <p:origin x="110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4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#4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20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2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B409C9-3740-48DF-94DA-BD40D5FB6B62}" type="doc">
      <dgm:prSet loTypeId="urn:microsoft.com/office/officeart/2005/8/layout/p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C5D50FD-8E6C-4774-B89F-167A2545A854}">
      <dgm:prSet phldrT="[Текст]" custT="1"/>
      <dgm:spPr/>
      <dgm:t>
        <a:bodyPr/>
        <a:lstStyle/>
        <a:p>
          <a:pPr algn="l">
            <a:buNone/>
          </a:pPr>
          <a:r>
            <a:rPr lang="ru-RU" sz="1200" b="0" i="0" u="none" dirty="0"/>
            <a:t>«залить» — загрузить или отправить файл;</a:t>
          </a:r>
          <a:endParaRPr lang="ru-RU" sz="1200" b="0" dirty="0"/>
        </a:p>
        <a:p>
          <a:pPr algn="l">
            <a:buNone/>
          </a:pPr>
          <a:r>
            <a:rPr lang="ru-RU" sz="1200" b="0" i="0" u="none" dirty="0"/>
            <a:t>«битый» — неработающий файл;</a:t>
          </a:r>
          <a:endParaRPr lang="ru-RU" sz="1200" b="0" dirty="0"/>
        </a:p>
        <a:p>
          <a:pPr algn="l">
            <a:buNone/>
          </a:pPr>
          <a:r>
            <a:rPr lang="ru-RU" sz="1200" b="0" i="0" u="none" dirty="0"/>
            <a:t>«выкатить» — сделать новую версию или функцию доступной пользователю;</a:t>
          </a:r>
          <a:endParaRPr lang="ru-RU" sz="1200" b="0" dirty="0"/>
        </a:p>
        <a:p>
          <a:pPr algn="l">
            <a:buNone/>
          </a:pPr>
          <a:r>
            <a:rPr lang="ru-RU" sz="1200" b="0" i="0" u="none" dirty="0"/>
            <a:t>«</a:t>
          </a:r>
          <a:r>
            <a:rPr lang="ru-RU" sz="1200" b="0" i="0" u="none" dirty="0" err="1"/>
            <a:t>чекнуть</a:t>
          </a:r>
          <a:r>
            <a:rPr lang="ru-RU" sz="1200" b="0" i="0" u="none" dirty="0"/>
            <a:t>» — проверить;</a:t>
          </a:r>
          <a:endParaRPr lang="ru-RU" sz="1200" b="0" dirty="0"/>
        </a:p>
        <a:p>
          <a:pPr algn="l">
            <a:buNone/>
          </a:pPr>
          <a:r>
            <a:rPr lang="ru-RU" sz="1200" b="0" i="0" u="none" dirty="0"/>
            <a:t>«запилить» — добавить новую функцию;</a:t>
          </a:r>
          <a:endParaRPr lang="ru-RU" sz="1200" b="0" dirty="0"/>
        </a:p>
        <a:p>
          <a:pPr algn="l">
            <a:buNone/>
          </a:pPr>
          <a:r>
            <a:rPr lang="ru-RU" sz="1200" b="0" i="0" u="none" dirty="0"/>
            <a:t>«глючить» — работать с ошибками или перебоями.</a:t>
          </a:r>
          <a:endParaRPr lang="ru-RU" sz="1200" b="0" dirty="0"/>
        </a:p>
        <a:p>
          <a:pPr algn="l">
            <a:buNone/>
          </a:pPr>
          <a:endParaRPr lang="ru-RU" sz="1200" dirty="0"/>
        </a:p>
      </dgm:t>
    </dgm:pt>
    <dgm:pt modelId="{4BDCD757-4451-469C-8427-EAEA06CCB1A9}" type="parTrans" cxnId="{BDE0883D-B302-40E9-AFE6-B2180D53EBC1}">
      <dgm:prSet/>
      <dgm:spPr/>
      <dgm:t>
        <a:bodyPr/>
        <a:lstStyle/>
        <a:p>
          <a:endParaRPr lang="ru-RU"/>
        </a:p>
      </dgm:t>
    </dgm:pt>
    <dgm:pt modelId="{29F97323-5252-4264-B134-D2F7708A842F}" type="sibTrans" cxnId="{BDE0883D-B302-40E9-AFE6-B2180D53EBC1}">
      <dgm:prSet/>
      <dgm:spPr/>
      <dgm:t>
        <a:bodyPr/>
        <a:lstStyle/>
        <a:p>
          <a:endParaRPr lang="ru-RU"/>
        </a:p>
      </dgm:t>
    </dgm:pt>
    <dgm:pt modelId="{36690696-B27C-47A6-AB1E-5559C945DE04}">
      <dgm:prSet phldrT="[Текст]" custT="1"/>
      <dgm:spPr/>
      <dgm:t>
        <a:bodyPr/>
        <a:lstStyle/>
        <a:p>
          <a:pPr algn="l">
            <a:buNone/>
          </a:pPr>
          <a:r>
            <a:rPr lang="ru-RU" sz="1400" b="0" i="0" u="none" dirty="0"/>
            <a:t>«комп» — компьютер;</a:t>
          </a:r>
          <a:endParaRPr lang="ru-RU" sz="1400" b="0" dirty="0"/>
        </a:p>
        <a:p>
          <a:pPr algn="l">
            <a:buNone/>
          </a:pPr>
          <a:r>
            <a:rPr lang="ru-RU" sz="1400" b="0" i="0" u="none" dirty="0"/>
            <a:t>«</a:t>
          </a:r>
          <a:r>
            <a:rPr lang="ru-RU" sz="1400" b="0" i="0" u="none" dirty="0" err="1"/>
            <a:t>инет</a:t>
          </a:r>
          <a:r>
            <a:rPr lang="ru-RU" sz="1400" b="0" i="0" u="none" dirty="0"/>
            <a:t>» — интернет;</a:t>
          </a:r>
          <a:endParaRPr lang="ru-RU" sz="1400" b="0" dirty="0"/>
        </a:p>
        <a:p>
          <a:pPr algn="l">
            <a:buNone/>
          </a:pPr>
          <a:r>
            <a:rPr lang="ru-RU" sz="1400" b="0" i="0" u="none" dirty="0"/>
            <a:t>«ОМГ» — </a:t>
          </a:r>
          <a:r>
            <a:rPr lang="en-US" sz="1400" b="0" i="0" u="none" dirty="0"/>
            <a:t>oh my god</a:t>
          </a:r>
          <a:r>
            <a:rPr lang="ru-RU" sz="1400" b="0" i="0" u="none" dirty="0"/>
            <a:t>;</a:t>
          </a:r>
          <a:endParaRPr lang="ru-RU" sz="1400" b="0" dirty="0"/>
        </a:p>
        <a:p>
          <a:pPr algn="l">
            <a:buNone/>
          </a:pPr>
          <a:r>
            <a:rPr lang="ru-RU" sz="1400" b="0" i="0" u="none" dirty="0"/>
            <a:t>«ИМХО» — </a:t>
          </a:r>
          <a:r>
            <a:rPr lang="en-US" sz="1400" b="0" i="0" u="none" dirty="0"/>
            <a:t>in my humble opinion</a:t>
          </a:r>
          <a:r>
            <a:rPr lang="ru-RU" sz="1400" b="0" i="0" u="none" dirty="0"/>
            <a:t>;</a:t>
          </a:r>
          <a:endParaRPr lang="ru-RU" sz="1400" b="0" dirty="0"/>
        </a:p>
        <a:p>
          <a:pPr algn="l">
            <a:buNone/>
          </a:pPr>
          <a:r>
            <a:rPr lang="ru-RU" sz="1400" b="0" i="0" u="none" dirty="0"/>
            <a:t>«ЛОЛ»</a:t>
          </a:r>
          <a:r>
            <a:rPr lang="en-US" sz="1400" b="0" i="0" u="none" dirty="0"/>
            <a:t> </a:t>
          </a:r>
          <a:r>
            <a:rPr lang="ru-RU" sz="1400" b="0" i="0" u="none" dirty="0"/>
            <a:t>—</a:t>
          </a:r>
          <a:r>
            <a:rPr lang="en-US" sz="1400" b="0" i="0" u="none" dirty="0"/>
            <a:t> laugh out loud</a:t>
          </a:r>
          <a:r>
            <a:rPr lang="ru-RU" sz="1400" b="0" i="0" u="none" dirty="0"/>
            <a:t>;</a:t>
          </a:r>
          <a:endParaRPr lang="ru-RU" sz="1400" b="0" dirty="0"/>
        </a:p>
        <a:p>
          <a:pPr algn="l">
            <a:buNone/>
          </a:pPr>
          <a:r>
            <a:rPr lang="ru-RU" sz="1400" b="0" i="0" u="none" dirty="0"/>
            <a:t>«АФК»</a:t>
          </a:r>
          <a:r>
            <a:rPr lang="en-US" sz="1400" b="0" i="0" u="none" dirty="0"/>
            <a:t> </a:t>
          </a:r>
          <a:r>
            <a:rPr lang="ru-RU" sz="1400" b="0" i="0" u="none" dirty="0"/>
            <a:t>—</a:t>
          </a:r>
          <a:r>
            <a:rPr lang="en-US" sz="1400" b="0" i="0" u="none" dirty="0"/>
            <a:t> away from keyboard</a:t>
          </a:r>
          <a:r>
            <a:rPr lang="ru-RU" sz="1400" b="0" i="0" u="none" dirty="0"/>
            <a:t>;</a:t>
          </a:r>
          <a:endParaRPr lang="ru-RU" sz="1400" b="0" dirty="0"/>
        </a:p>
        <a:p>
          <a:pPr algn="l">
            <a:buNone/>
          </a:pPr>
          <a:r>
            <a:rPr lang="ru-RU" sz="1400" b="0" i="0" u="none" dirty="0"/>
            <a:t>«ИРЛ» — </a:t>
          </a:r>
          <a:r>
            <a:rPr lang="en-US" sz="1400" b="0" i="0" u="none" dirty="0"/>
            <a:t>in real life</a:t>
          </a:r>
          <a:endParaRPr lang="ru-RU" sz="1400" b="0" dirty="0"/>
        </a:p>
        <a:p>
          <a:pPr algn="ctr">
            <a:buNone/>
          </a:pPr>
          <a:endParaRPr lang="ru-RU" sz="1200" dirty="0"/>
        </a:p>
      </dgm:t>
    </dgm:pt>
    <dgm:pt modelId="{DE2D4240-C4CC-46A2-AAAB-06EF3A649473}" type="parTrans" cxnId="{4D57A163-9429-4AF8-A739-8FB99D3A1924}">
      <dgm:prSet/>
      <dgm:spPr/>
      <dgm:t>
        <a:bodyPr/>
        <a:lstStyle/>
        <a:p>
          <a:endParaRPr lang="ru-RU"/>
        </a:p>
      </dgm:t>
    </dgm:pt>
    <dgm:pt modelId="{9B092EF6-CD42-4F37-AA92-19944035DE33}" type="sibTrans" cxnId="{4D57A163-9429-4AF8-A739-8FB99D3A1924}">
      <dgm:prSet/>
      <dgm:spPr/>
      <dgm:t>
        <a:bodyPr/>
        <a:lstStyle/>
        <a:p>
          <a:endParaRPr lang="ru-RU"/>
        </a:p>
      </dgm:t>
    </dgm:pt>
    <dgm:pt modelId="{1A3F9909-2EED-4C6C-A191-62DE1E4D22C9}">
      <dgm:prSet phldrT="[Текст]" custT="1"/>
      <dgm:spPr/>
      <dgm:t>
        <a:bodyPr/>
        <a:lstStyle/>
        <a:p>
          <a:pPr algn="l">
            <a:buNone/>
          </a:pPr>
          <a:r>
            <a:rPr lang="ru-RU" sz="1400" b="0" i="0" u="none" dirty="0"/>
            <a:t>«читер» — игрок, использующий запрещенные или сторонние программы;</a:t>
          </a:r>
          <a:endParaRPr lang="ru-RU" sz="1400" b="0" dirty="0"/>
        </a:p>
        <a:p>
          <a:pPr algn="l">
            <a:buNone/>
          </a:pPr>
          <a:r>
            <a:rPr lang="ru-RU" sz="1400" b="0" i="0" u="none" dirty="0"/>
            <a:t>«бан» — ограничение действий игрока;</a:t>
          </a:r>
          <a:endParaRPr lang="ru-RU" sz="1400" b="0" dirty="0"/>
        </a:p>
        <a:p>
          <a:pPr algn="l">
            <a:buNone/>
          </a:pPr>
          <a:r>
            <a:rPr lang="ru-RU" sz="1400" b="0" i="0" u="none" dirty="0"/>
            <a:t>«</a:t>
          </a:r>
          <a:r>
            <a:rPr lang="ru-RU" sz="1400" b="0" i="0" u="none" dirty="0" err="1"/>
            <a:t>нуб</a:t>
          </a:r>
          <a:r>
            <a:rPr lang="ru-RU" sz="1400" b="0" i="0" u="none" dirty="0"/>
            <a:t>» — новичок;</a:t>
          </a:r>
          <a:endParaRPr lang="ru-RU" sz="1400" b="0" dirty="0"/>
        </a:p>
        <a:p>
          <a:pPr algn="l">
            <a:buNone/>
          </a:pPr>
          <a:r>
            <a:rPr lang="ru-RU" sz="1400" b="0" i="0" u="none" dirty="0"/>
            <a:t>«донатить» — покупать внутриигровые предметы или валюту за реальные деньги.</a:t>
          </a:r>
          <a:endParaRPr lang="ru-RU" sz="1400" b="0" dirty="0"/>
        </a:p>
        <a:p>
          <a:pPr algn="ctr">
            <a:buNone/>
          </a:pPr>
          <a:endParaRPr lang="ru-RU" sz="1200" dirty="0"/>
        </a:p>
      </dgm:t>
    </dgm:pt>
    <dgm:pt modelId="{A6C693BB-B725-43FA-816F-078AA078EB3B}" type="parTrans" cxnId="{873E8795-5516-4F16-8486-F9F6F839F3E4}">
      <dgm:prSet/>
      <dgm:spPr/>
      <dgm:t>
        <a:bodyPr/>
        <a:lstStyle/>
        <a:p>
          <a:endParaRPr lang="ru-RU"/>
        </a:p>
      </dgm:t>
    </dgm:pt>
    <dgm:pt modelId="{011FE2B7-78A3-427F-9A07-14B85EB82290}" type="sibTrans" cxnId="{873E8795-5516-4F16-8486-F9F6F839F3E4}">
      <dgm:prSet/>
      <dgm:spPr/>
      <dgm:t>
        <a:bodyPr/>
        <a:lstStyle/>
        <a:p>
          <a:endParaRPr lang="ru-RU"/>
        </a:p>
      </dgm:t>
    </dgm:pt>
    <dgm:pt modelId="{3ED9A81F-1C78-4642-A5EB-8108F8DF1C86}" type="pres">
      <dgm:prSet presAssocID="{63B409C9-3740-48DF-94DA-BD40D5FB6B62}" presName="Name0" presStyleCnt="0">
        <dgm:presLayoutVars>
          <dgm:dir/>
          <dgm:resizeHandles val="exact"/>
        </dgm:presLayoutVars>
      </dgm:prSet>
      <dgm:spPr/>
    </dgm:pt>
    <dgm:pt modelId="{B75FFECA-55F8-43AD-8BBE-27E87680A5B1}" type="pres">
      <dgm:prSet presAssocID="{FC5D50FD-8E6C-4774-B89F-167A2545A854}" presName="compNode" presStyleCnt="0"/>
      <dgm:spPr/>
    </dgm:pt>
    <dgm:pt modelId="{36FC1D96-0C58-4E20-9647-486A4E277ADC}" type="pres">
      <dgm:prSet presAssocID="{FC5D50FD-8E6C-4774-B89F-167A2545A854}" presName="pictRect" presStyleLbl="nod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17000" b="-17000"/>
          </a:stretch>
        </a:blipFill>
      </dgm:spPr>
      <dgm:extLst>
        <a:ext uri="{E40237B7-FDA0-4F09-8148-C483321AD2D9}">
          <dgm14:cNvPr xmlns:dgm14="http://schemas.microsoft.com/office/drawing/2010/diagram" id="0" name="" descr="Веб-дизайн со сплошной заливкой"/>
        </a:ext>
      </dgm:extLst>
    </dgm:pt>
    <dgm:pt modelId="{4CA1A1EB-359D-4B9D-BD5B-7065CEB16324}" type="pres">
      <dgm:prSet presAssocID="{FC5D50FD-8E6C-4774-B89F-167A2545A854}" presName="textRect" presStyleLbl="revTx" presStyleIdx="0" presStyleCnt="3">
        <dgm:presLayoutVars>
          <dgm:bulletEnabled val="1"/>
        </dgm:presLayoutVars>
      </dgm:prSet>
      <dgm:spPr/>
    </dgm:pt>
    <dgm:pt modelId="{2D320F46-AC4D-4971-99FE-8CF13FA10EBD}" type="pres">
      <dgm:prSet presAssocID="{29F97323-5252-4264-B134-D2F7708A842F}" presName="sibTrans" presStyleLbl="sibTrans2D1" presStyleIdx="0" presStyleCnt="0"/>
      <dgm:spPr/>
    </dgm:pt>
    <dgm:pt modelId="{D4A0AF18-F8D8-4F57-AFBB-8D93B1BF9FC4}" type="pres">
      <dgm:prSet presAssocID="{36690696-B27C-47A6-AB1E-5559C945DE04}" presName="compNode" presStyleCnt="0"/>
      <dgm:spPr/>
    </dgm:pt>
    <dgm:pt modelId="{0819D8D8-C96C-4081-8F74-1B523AAA9429}" type="pres">
      <dgm:prSet presAssocID="{36690696-B27C-47A6-AB1E-5559C945DE04}" presName="pictRect" presStyleLbl="nod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17000" b="-17000"/>
          </a:stretch>
        </a:blipFill>
      </dgm:spPr>
      <dgm:extLst>
        <a:ext uri="{E40237B7-FDA0-4F09-8148-C483321AD2D9}">
          <dgm14:cNvPr xmlns:dgm14="http://schemas.microsoft.com/office/drawing/2010/diagram" id="0" name="" descr="Интернет со сплошной заливкой"/>
        </a:ext>
      </dgm:extLst>
    </dgm:pt>
    <dgm:pt modelId="{BF1F54DA-E251-4CC1-90B0-E6B3F7C4EA19}" type="pres">
      <dgm:prSet presAssocID="{36690696-B27C-47A6-AB1E-5559C945DE04}" presName="textRect" presStyleLbl="revTx" presStyleIdx="1" presStyleCnt="3">
        <dgm:presLayoutVars>
          <dgm:bulletEnabled val="1"/>
        </dgm:presLayoutVars>
      </dgm:prSet>
      <dgm:spPr/>
    </dgm:pt>
    <dgm:pt modelId="{FC23F18C-1CFD-4D82-9EC3-C56683D180C6}" type="pres">
      <dgm:prSet presAssocID="{9B092EF6-CD42-4F37-AA92-19944035DE33}" presName="sibTrans" presStyleLbl="sibTrans2D1" presStyleIdx="0" presStyleCnt="0"/>
      <dgm:spPr/>
    </dgm:pt>
    <dgm:pt modelId="{800C398B-0764-4DEB-A083-722847BC9F09}" type="pres">
      <dgm:prSet presAssocID="{1A3F9909-2EED-4C6C-A191-62DE1E4D22C9}" presName="compNode" presStyleCnt="0"/>
      <dgm:spPr/>
    </dgm:pt>
    <dgm:pt modelId="{A281BF7F-3E77-454E-9A3B-FD835A62D0C6}" type="pres">
      <dgm:prSet presAssocID="{1A3F9909-2EED-4C6C-A191-62DE1E4D22C9}" presName="pictRect" presStyleLbl="nod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17000" b="-17000"/>
          </a:stretch>
        </a:blipFill>
      </dgm:spPr>
      <dgm:extLst>
        <a:ext uri="{E40237B7-FDA0-4F09-8148-C483321AD2D9}">
          <dgm14:cNvPr xmlns:dgm14="http://schemas.microsoft.com/office/drawing/2010/diagram" id="0" name="" descr="Игровой контроллер со сплошной заливкой"/>
        </a:ext>
      </dgm:extLst>
    </dgm:pt>
    <dgm:pt modelId="{12FEB02B-F466-414D-82A0-3B816B186E8C}" type="pres">
      <dgm:prSet presAssocID="{1A3F9909-2EED-4C6C-A191-62DE1E4D22C9}" presName="textRect" presStyleLbl="revTx" presStyleIdx="2" presStyleCnt="3">
        <dgm:presLayoutVars>
          <dgm:bulletEnabled val="1"/>
        </dgm:presLayoutVars>
      </dgm:prSet>
      <dgm:spPr/>
    </dgm:pt>
  </dgm:ptLst>
  <dgm:cxnLst>
    <dgm:cxn modelId="{BDE0883D-B302-40E9-AFE6-B2180D53EBC1}" srcId="{63B409C9-3740-48DF-94DA-BD40D5FB6B62}" destId="{FC5D50FD-8E6C-4774-B89F-167A2545A854}" srcOrd="0" destOrd="0" parTransId="{4BDCD757-4451-469C-8427-EAEA06CCB1A9}" sibTransId="{29F97323-5252-4264-B134-D2F7708A842F}"/>
    <dgm:cxn modelId="{4D57A163-9429-4AF8-A739-8FB99D3A1924}" srcId="{63B409C9-3740-48DF-94DA-BD40D5FB6B62}" destId="{36690696-B27C-47A6-AB1E-5559C945DE04}" srcOrd="1" destOrd="0" parTransId="{DE2D4240-C4CC-46A2-AAAB-06EF3A649473}" sibTransId="{9B092EF6-CD42-4F37-AA92-19944035DE33}"/>
    <dgm:cxn modelId="{5A118D7F-C2EC-4D45-B222-596772FACEE9}" type="presOf" srcId="{29F97323-5252-4264-B134-D2F7708A842F}" destId="{2D320F46-AC4D-4971-99FE-8CF13FA10EBD}" srcOrd="0" destOrd="0" presId="urn:microsoft.com/office/officeart/2005/8/layout/pList1"/>
    <dgm:cxn modelId="{A8D7CD92-453E-42A1-8ECF-62100BC417C8}" type="presOf" srcId="{36690696-B27C-47A6-AB1E-5559C945DE04}" destId="{BF1F54DA-E251-4CC1-90B0-E6B3F7C4EA19}" srcOrd="0" destOrd="0" presId="urn:microsoft.com/office/officeart/2005/8/layout/pList1"/>
    <dgm:cxn modelId="{873E8795-5516-4F16-8486-F9F6F839F3E4}" srcId="{63B409C9-3740-48DF-94DA-BD40D5FB6B62}" destId="{1A3F9909-2EED-4C6C-A191-62DE1E4D22C9}" srcOrd="2" destOrd="0" parTransId="{A6C693BB-B725-43FA-816F-078AA078EB3B}" sibTransId="{011FE2B7-78A3-427F-9A07-14B85EB82290}"/>
    <dgm:cxn modelId="{660BAA97-B8F5-4B8E-B183-C0900A4EEF19}" type="presOf" srcId="{63B409C9-3740-48DF-94DA-BD40D5FB6B62}" destId="{3ED9A81F-1C78-4642-A5EB-8108F8DF1C86}" srcOrd="0" destOrd="0" presId="urn:microsoft.com/office/officeart/2005/8/layout/pList1"/>
    <dgm:cxn modelId="{A95873BD-896E-4D56-99B8-0010D6C906E7}" type="presOf" srcId="{FC5D50FD-8E6C-4774-B89F-167A2545A854}" destId="{4CA1A1EB-359D-4B9D-BD5B-7065CEB16324}" srcOrd="0" destOrd="0" presId="urn:microsoft.com/office/officeart/2005/8/layout/pList1"/>
    <dgm:cxn modelId="{039E3EC3-80A7-42B2-B89B-2F4A03ABF29D}" type="presOf" srcId="{9B092EF6-CD42-4F37-AA92-19944035DE33}" destId="{FC23F18C-1CFD-4D82-9EC3-C56683D180C6}" srcOrd="0" destOrd="0" presId="urn:microsoft.com/office/officeart/2005/8/layout/pList1"/>
    <dgm:cxn modelId="{EF3DB7CA-C7FF-4544-825D-A2204FE65412}" type="presOf" srcId="{1A3F9909-2EED-4C6C-A191-62DE1E4D22C9}" destId="{12FEB02B-F466-414D-82A0-3B816B186E8C}" srcOrd="0" destOrd="0" presId="urn:microsoft.com/office/officeart/2005/8/layout/pList1"/>
    <dgm:cxn modelId="{EC68529F-EC24-40D2-9B12-C2C3683AF448}" type="presParOf" srcId="{3ED9A81F-1C78-4642-A5EB-8108F8DF1C86}" destId="{B75FFECA-55F8-43AD-8BBE-27E87680A5B1}" srcOrd="0" destOrd="0" presId="urn:microsoft.com/office/officeart/2005/8/layout/pList1"/>
    <dgm:cxn modelId="{32AE8AB9-8C13-4790-AA63-11201F474B63}" type="presParOf" srcId="{B75FFECA-55F8-43AD-8BBE-27E87680A5B1}" destId="{36FC1D96-0C58-4E20-9647-486A4E277ADC}" srcOrd="0" destOrd="0" presId="urn:microsoft.com/office/officeart/2005/8/layout/pList1"/>
    <dgm:cxn modelId="{88B44545-72AA-49A9-810F-5EAABAB2A0D9}" type="presParOf" srcId="{B75FFECA-55F8-43AD-8BBE-27E87680A5B1}" destId="{4CA1A1EB-359D-4B9D-BD5B-7065CEB16324}" srcOrd="1" destOrd="0" presId="urn:microsoft.com/office/officeart/2005/8/layout/pList1"/>
    <dgm:cxn modelId="{C1ADF19B-326B-45E4-A96E-BEFB5E542699}" type="presParOf" srcId="{3ED9A81F-1C78-4642-A5EB-8108F8DF1C86}" destId="{2D320F46-AC4D-4971-99FE-8CF13FA10EBD}" srcOrd="1" destOrd="0" presId="urn:microsoft.com/office/officeart/2005/8/layout/pList1"/>
    <dgm:cxn modelId="{B3265E25-4F90-429E-A4AA-0EC07E8F4E55}" type="presParOf" srcId="{3ED9A81F-1C78-4642-A5EB-8108F8DF1C86}" destId="{D4A0AF18-F8D8-4F57-AFBB-8D93B1BF9FC4}" srcOrd="2" destOrd="0" presId="urn:microsoft.com/office/officeart/2005/8/layout/pList1"/>
    <dgm:cxn modelId="{C8A4CCE8-D3CC-4658-8707-A5F025BEBD88}" type="presParOf" srcId="{D4A0AF18-F8D8-4F57-AFBB-8D93B1BF9FC4}" destId="{0819D8D8-C96C-4081-8F74-1B523AAA9429}" srcOrd="0" destOrd="0" presId="urn:microsoft.com/office/officeart/2005/8/layout/pList1"/>
    <dgm:cxn modelId="{1E41044B-A334-4B38-A372-034B3757EA33}" type="presParOf" srcId="{D4A0AF18-F8D8-4F57-AFBB-8D93B1BF9FC4}" destId="{BF1F54DA-E251-4CC1-90B0-E6B3F7C4EA19}" srcOrd="1" destOrd="0" presId="urn:microsoft.com/office/officeart/2005/8/layout/pList1"/>
    <dgm:cxn modelId="{C737A2D6-BEFA-463C-B7B2-E71C0FF0C1D9}" type="presParOf" srcId="{3ED9A81F-1C78-4642-A5EB-8108F8DF1C86}" destId="{FC23F18C-1CFD-4D82-9EC3-C56683D180C6}" srcOrd="3" destOrd="0" presId="urn:microsoft.com/office/officeart/2005/8/layout/pList1"/>
    <dgm:cxn modelId="{EA92CB0E-D23C-41AC-A4D1-9A6BE0E7A0A6}" type="presParOf" srcId="{3ED9A81F-1C78-4642-A5EB-8108F8DF1C86}" destId="{800C398B-0764-4DEB-A083-722847BC9F09}" srcOrd="4" destOrd="0" presId="urn:microsoft.com/office/officeart/2005/8/layout/pList1"/>
    <dgm:cxn modelId="{D9DB4648-F12D-48A1-BC48-E9A816856DFD}" type="presParOf" srcId="{800C398B-0764-4DEB-A083-722847BC9F09}" destId="{A281BF7F-3E77-454E-9A3B-FD835A62D0C6}" srcOrd="0" destOrd="0" presId="urn:microsoft.com/office/officeart/2005/8/layout/pList1"/>
    <dgm:cxn modelId="{09605E09-8AEA-406D-9840-097473A4E357}" type="presParOf" srcId="{800C398B-0764-4DEB-A083-722847BC9F09}" destId="{12FEB02B-F466-414D-82A0-3B816B186E8C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A9489E-98B5-47D9-9662-3B6D9C5009C6}" type="doc">
      <dgm:prSet loTypeId="urn:microsoft.com/office/officeart/2005/8/layout/matrix3" loCatId="matrix" qsTypeId="urn:microsoft.com/office/officeart/2005/8/quickstyle/simple4#1" qsCatId="simple" csTypeId="urn:microsoft.com/office/officeart/2005/8/colors/colorful1#4" csCatId="colorful"/>
      <dgm:spPr/>
      <dgm:t>
        <a:bodyPr/>
        <a:lstStyle/>
        <a:p>
          <a:endParaRPr lang="en-US"/>
        </a:p>
      </dgm:t>
    </dgm:pt>
    <dgm:pt modelId="{645B1516-E124-4F68-B8E6-D05B82DE52D0}">
      <dgm:prSet/>
      <dgm:spPr/>
      <dgm:t>
        <a:bodyPr/>
        <a:lstStyle/>
        <a:p>
          <a:r>
            <a:rPr lang="ru-RU"/>
            <a:t>Коммуникативная функция</a:t>
          </a:r>
          <a:endParaRPr lang="en-US"/>
        </a:p>
      </dgm:t>
    </dgm:pt>
    <dgm:pt modelId="{6B8CF887-7559-470A-A81C-FE72C492AFE6}" type="parTrans" cxnId="{90CB61D3-A566-43EC-9F0B-FD3B32B0B87A}">
      <dgm:prSet/>
      <dgm:spPr/>
      <dgm:t>
        <a:bodyPr/>
        <a:lstStyle/>
        <a:p>
          <a:endParaRPr lang="en-US"/>
        </a:p>
      </dgm:t>
    </dgm:pt>
    <dgm:pt modelId="{77B430CF-DD6C-4BB5-B1BD-DDBF174A1B64}" type="sibTrans" cxnId="{90CB61D3-A566-43EC-9F0B-FD3B32B0B87A}">
      <dgm:prSet/>
      <dgm:spPr/>
      <dgm:t>
        <a:bodyPr/>
        <a:lstStyle/>
        <a:p>
          <a:endParaRPr lang="en-US"/>
        </a:p>
      </dgm:t>
    </dgm:pt>
    <dgm:pt modelId="{DB51755A-F411-449E-ADCA-658F28925F0E}">
      <dgm:prSet/>
      <dgm:spPr/>
      <dgm:t>
        <a:bodyPr/>
        <a:lstStyle/>
        <a:p>
          <a:r>
            <a:rPr lang="ru-RU"/>
            <a:t>Экспрессивная функция</a:t>
          </a:r>
          <a:endParaRPr lang="en-US"/>
        </a:p>
      </dgm:t>
    </dgm:pt>
    <dgm:pt modelId="{7B9184E2-ACEC-479E-9350-A8F63847BEC0}" type="parTrans" cxnId="{E3C4A3C4-A0AD-4DB1-B35A-EB85012587DB}">
      <dgm:prSet/>
      <dgm:spPr/>
      <dgm:t>
        <a:bodyPr/>
        <a:lstStyle/>
        <a:p>
          <a:endParaRPr lang="en-US"/>
        </a:p>
      </dgm:t>
    </dgm:pt>
    <dgm:pt modelId="{81EA0566-3D6D-42B2-A278-0BCB33A51014}" type="sibTrans" cxnId="{E3C4A3C4-A0AD-4DB1-B35A-EB85012587DB}">
      <dgm:prSet/>
      <dgm:spPr/>
      <dgm:t>
        <a:bodyPr/>
        <a:lstStyle/>
        <a:p>
          <a:endParaRPr lang="en-US"/>
        </a:p>
      </dgm:t>
    </dgm:pt>
    <dgm:pt modelId="{D1313E04-1217-4573-AC60-A66075CD4397}">
      <dgm:prSet/>
      <dgm:spPr/>
      <dgm:t>
        <a:bodyPr/>
        <a:lstStyle/>
        <a:p>
          <a:r>
            <a:rPr lang="ru-RU"/>
            <a:t>Функция групповой идентификации</a:t>
          </a:r>
          <a:endParaRPr lang="en-US"/>
        </a:p>
      </dgm:t>
    </dgm:pt>
    <dgm:pt modelId="{62FB276F-26C2-4826-88C6-3F05671F7680}" type="parTrans" cxnId="{04CEA8FC-04B6-48DF-8090-C97FCE719942}">
      <dgm:prSet/>
      <dgm:spPr/>
      <dgm:t>
        <a:bodyPr/>
        <a:lstStyle/>
        <a:p>
          <a:endParaRPr lang="en-US"/>
        </a:p>
      </dgm:t>
    </dgm:pt>
    <dgm:pt modelId="{EE30C05D-855F-441F-BEE1-4E2B2DEBAC82}" type="sibTrans" cxnId="{04CEA8FC-04B6-48DF-8090-C97FCE719942}">
      <dgm:prSet/>
      <dgm:spPr/>
      <dgm:t>
        <a:bodyPr/>
        <a:lstStyle/>
        <a:p>
          <a:endParaRPr lang="en-US"/>
        </a:p>
      </dgm:t>
    </dgm:pt>
    <dgm:pt modelId="{B5BBF241-97B5-4FE4-90B5-8FF240103EC5}">
      <dgm:prSet/>
      <dgm:spPr/>
      <dgm:t>
        <a:bodyPr/>
        <a:lstStyle/>
        <a:p>
          <a:r>
            <a:rPr lang="ru-RU"/>
            <a:t>Функция языковой экономии</a:t>
          </a:r>
          <a:endParaRPr lang="en-US"/>
        </a:p>
      </dgm:t>
    </dgm:pt>
    <dgm:pt modelId="{A84CE7CA-E222-4A89-976B-5CDB14275FAE}" type="parTrans" cxnId="{E5D8933C-4B6E-43C3-99D2-BF5636866241}">
      <dgm:prSet/>
      <dgm:spPr/>
      <dgm:t>
        <a:bodyPr/>
        <a:lstStyle/>
        <a:p>
          <a:endParaRPr lang="en-US"/>
        </a:p>
      </dgm:t>
    </dgm:pt>
    <dgm:pt modelId="{F8457D2B-EB6B-4B80-81FD-482FFE2AF088}" type="sibTrans" cxnId="{E5D8933C-4B6E-43C3-99D2-BF5636866241}">
      <dgm:prSet/>
      <dgm:spPr/>
      <dgm:t>
        <a:bodyPr/>
        <a:lstStyle/>
        <a:p>
          <a:endParaRPr lang="en-US"/>
        </a:p>
      </dgm:t>
    </dgm:pt>
    <dgm:pt modelId="{07B7C1C9-4409-46E1-B951-6EDF3867B73D}" type="pres">
      <dgm:prSet presAssocID="{99A9489E-98B5-47D9-9662-3B6D9C5009C6}" presName="matrix" presStyleCnt="0">
        <dgm:presLayoutVars>
          <dgm:chMax val="1"/>
          <dgm:dir/>
          <dgm:resizeHandles val="exact"/>
        </dgm:presLayoutVars>
      </dgm:prSet>
      <dgm:spPr/>
    </dgm:pt>
    <dgm:pt modelId="{C2BFF968-8784-4E12-BF75-FB966F4BF4F9}" type="pres">
      <dgm:prSet presAssocID="{99A9489E-98B5-47D9-9662-3B6D9C5009C6}" presName="diamond" presStyleLbl="bgShp" presStyleIdx="0" presStyleCnt="1"/>
      <dgm:spPr/>
    </dgm:pt>
    <dgm:pt modelId="{D6E6169F-5F22-4A86-A2BF-EB6F6B935BAF}" type="pres">
      <dgm:prSet presAssocID="{99A9489E-98B5-47D9-9662-3B6D9C5009C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0182EDC-C533-497D-9350-3AA8D2505D96}" type="pres">
      <dgm:prSet presAssocID="{99A9489E-98B5-47D9-9662-3B6D9C5009C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FCF7087-A49F-40DF-A0D9-72AEF3FF1564}" type="pres">
      <dgm:prSet presAssocID="{99A9489E-98B5-47D9-9662-3B6D9C5009C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14D93E0-9C71-4F00-9085-B0DE0C53D6C9}" type="pres">
      <dgm:prSet presAssocID="{99A9489E-98B5-47D9-9662-3B6D9C5009C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1FD2A0F-A636-4B23-A5EB-12DC57A317A8}" type="presOf" srcId="{99A9489E-98B5-47D9-9662-3B6D9C5009C6}" destId="{07B7C1C9-4409-46E1-B951-6EDF3867B73D}" srcOrd="0" destOrd="0" presId="urn:microsoft.com/office/officeart/2005/8/layout/matrix3"/>
    <dgm:cxn modelId="{E5D8933C-4B6E-43C3-99D2-BF5636866241}" srcId="{99A9489E-98B5-47D9-9662-3B6D9C5009C6}" destId="{B5BBF241-97B5-4FE4-90B5-8FF240103EC5}" srcOrd="3" destOrd="0" parTransId="{A84CE7CA-E222-4A89-976B-5CDB14275FAE}" sibTransId="{F8457D2B-EB6B-4B80-81FD-482FFE2AF088}"/>
    <dgm:cxn modelId="{2BD0AB3E-76CE-4560-89FF-E2F702045574}" type="presOf" srcId="{645B1516-E124-4F68-B8E6-D05B82DE52D0}" destId="{D6E6169F-5F22-4A86-A2BF-EB6F6B935BAF}" srcOrd="0" destOrd="0" presId="urn:microsoft.com/office/officeart/2005/8/layout/matrix3"/>
    <dgm:cxn modelId="{6E75D975-44BC-44C6-9894-9390BEDFB56F}" type="presOf" srcId="{DB51755A-F411-449E-ADCA-658F28925F0E}" destId="{E0182EDC-C533-497D-9350-3AA8D2505D96}" srcOrd="0" destOrd="0" presId="urn:microsoft.com/office/officeart/2005/8/layout/matrix3"/>
    <dgm:cxn modelId="{6147D283-B70B-4B01-9050-EE883EE268EB}" type="presOf" srcId="{D1313E04-1217-4573-AC60-A66075CD4397}" destId="{7FCF7087-A49F-40DF-A0D9-72AEF3FF1564}" srcOrd="0" destOrd="0" presId="urn:microsoft.com/office/officeart/2005/8/layout/matrix3"/>
    <dgm:cxn modelId="{E3C4A3C4-A0AD-4DB1-B35A-EB85012587DB}" srcId="{99A9489E-98B5-47D9-9662-3B6D9C5009C6}" destId="{DB51755A-F411-449E-ADCA-658F28925F0E}" srcOrd="1" destOrd="0" parTransId="{7B9184E2-ACEC-479E-9350-A8F63847BEC0}" sibTransId="{81EA0566-3D6D-42B2-A278-0BCB33A51014}"/>
    <dgm:cxn modelId="{22DD02CB-44AB-43D5-94E7-D8B1550FE9F1}" type="presOf" srcId="{B5BBF241-97B5-4FE4-90B5-8FF240103EC5}" destId="{114D93E0-9C71-4F00-9085-B0DE0C53D6C9}" srcOrd="0" destOrd="0" presId="urn:microsoft.com/office/officeart/2005/8/layout/matrix3"/>
    <dgm:cxn modelId="{90CB61D3-A566-43EC-9F0B-FD3B32B0B87A}" srcId="{99A9489E-98B5-47D9-9662-3B6D9C5009C6}" destId="{645B1516-E124-4F68-B8E6-D05B82DE52D0}" srcOrd="0" destOrd="0" parTransId="{6B8CF887-7559-470A-A81C-FE72C492AFE6}" sibTransId="{77B430CF-DD6C-4BB5-B1BD-DDBF174A1B64}"/>
    <dgm:cxn modelId="{04CEA8FC-04B6-48DF-8090-C97FCE719942}" srcId="{99A9489E-98B5-47D9-9662-3B6D9C5009C6}" destId="{D1313E04-1217-4573-AC60-A66075CD4397}" srcOrd="2" destOrd="0" parTransId="{62FB276F-26C2-4826-88C6-3F05671F7680}" sibTransId="{EE30C05D-855F-441F-BEE1-4E2B2DEBAC82}"/>
    <dgm:cxn modelId="{0FFF8CFD-84D6-4414-9FA9-EE5B11C894C6}" type="presParOf" srcId="{07B7C1C9-4409-46E1-B951-6EDF3867B73D}" destId="{C2BFF968-8784-4E12-BF75-FB966F4BF4F9}" srcOrd="0" destOrd="0" presId="urn:microsoft.com/office/officeart/2005/8/layout/matrix3"/>
    <dgm:cxn modelId="{77B3D6A9-4B6B-451A-BD5D-7E39C0342512}" type="presParOf" srcId="{07B7C1C9-4409-46E1-B951-6EDF3867B73D}" destId="{D6E6169F-5F22-4A86-A2BF-EB6F6B935BAF}" srcOrd="1" destOrd="0" presId="urn:microsoft.com/office/officeart/2005/8/layout/matrix3"/>
    <dgm:cxn modelId="{1F56D0AD-7C09-4F37-AA54-B343284B4274}" type="presParOf" srcId="{07B7C1C9-4409-46E1-B951-6EDF3867B73D}" destId="{E0182EDC-C533-497D-9350-3AA8D2505D96}" srcOrd="2" destOrd="0" presId="urn:microsoft.com/office/officeart/2005/8/layout/matrix3"/>
    <dgm:cxn modelId="{1D8B6DA4-7614-46A8-9352-6859F2C5C34F}" type="presParOf" srcId="{07B7C1C9-4409-46E1-B951-6EDF3867B73D}" destId="{7FCF7087-A49F-40DF-A0D9-72AEF3FF1564}" srcOrd="3" destOrd="0" presId="urn:microsoft.com/office/officeart/2005/8/layout/matrix3"/>
    <dgm:cxn modelId="{955B3B58-D7E0-40F4-8C68-4B904B44C9B6}" type="presParOf" srcId="{07B7C1C9-4409-46E1-B951-6EDF3867B73D}" destId="{114D93E0-9C71-4F00-9085-B0DE0C53D6C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93F27EA-7F16-42DA-BC82-231322B32EBE}" type="doc">
      <dgm:prSet loTypeId="urn:microsoft.com/office/officeart/2005/8/layout/default" loCatId="list" qsTypeId="urn:microsoft.com/office/officeart/2005/8/quickstyle/simple1#16" qsCatId="simple" csTypeId="urn:microsoft.com/office/officeart/2005/8/colors/colorful5#4" csCatId="colorful"/>
      <dgm:spPr/>
      <dgm:t>
        <a:bodyPr/>
        <a:lstStyle/>
        <a:p>
          <a:endParaRPr lang="en-US"/>
        </a:p>
      </dgm:t>
    </dgm:pt>
    <dgm:pt modelId="{8B615BE4-70E6-4ED2-85AB-CD3DC5FC5064}">
      <dgm:prSet/>
      <dgm:spPr/>
      <dgm:t>
        <a:bodyPr/>
        <a:lstStyle/>
        <a:p>
          <a:r>
            <a:rPr lang="ru-RU"/>
            <a:t>развитие персональных компьютеров;</a:t>
          </a:r>
          <a:endParaRPr lang="en-US"/>
        </a:p>
      </dgm:t>
    </dgm:pt>
    <dgm:pt modelId="{6F43BB34-D389-4A3B-AD14-8E4EED45EC03}" type="parTrans" cxnId="{ACE23550-FEAA-48BA-BE8C-169FD6D3C860}">
      <dgm:prSet/>
      <dgm:spPr/>
      <dgm:t>
        <a:bodyPr/>
        <a:lstStyle/>
        <a:p>
          <a:endParaRPr lang="en-US"/>
        </a:p>
      </dgm:t>
    </dgm:pt>
    <dgm:pt modelId="{8183FDC3-9A94-488D-8AA6-09A6718AAEB3}" type="sibTrans" cxnId="{ACE23550-FEAA-48BA-BE8C-169FD6D3C860}">
      <dgm:prSet/>
      <dgm:spPr/>
      <dgm:t>
        <a:bodyPr/>
        <a:lstStyle/>
        <a:p>
          <a:endParaRPr lang="en-US"/>
        </a:p>
      </dgm:t>
    </dgm:pt>
    <dgm:pt modelId="{48878398-2C67-4E76-886C-DC540098F661}">
      <dgm:prSet/>
      <dgm:spPr/>
      <dgm:t>
        <a:bodyPr/>
        <a:lstStyle/>
        <a:p>
          <a:r>
            <a:rPr lang="ru-RU"/>
            <a:t>распространение Интернета;</a:t>
          </a:r>
          <a:endParaRPr lang="en-US"/>
        </a:p>
      </dgm:t>
    </dgm:pt>
    <dgm:pt modelId="{98D125A8-DC4F-481B-8C76-EE8CA5E97516}" type="parTrans" cxnId="{4A98C92E-15B1-4799-B37C-E5EBC6C3B678}">
      <dgm:prSet/>
      <dgm:spPr/>
      <dgm:t>
        <a:bodyPr/>
        <a:lstStyle/>
        <a:p>
          <a:endParaRPr lang="en-US"/>
        </a:p>
      </dgm:t>
    </dgm:pt>
    <dgm:pt modelId="{495CCC91-2006-4A53-8572-2A9EDB8FA83E}" type="sibTrans" cxnId="{4A98C92E-15B1-4799-B37C-E5EBC6C3B678}">
      <dgm:prSet/>
      <dgm:spPr/>
      <dgm:t>
        <a:bodyPr/>
        <a:lstStyle/>
        <a:p>
          <a:endParaRPr lang="en-US"/>
        </a:p>
      </dgm:t>
    </dgm:pt>
    <dgm:pt modelId="{CD5E230C-DCA0-4FF5-873E-7DB93EFADEDE}">
      <dgm:prSet/>
      <dgm:spPr/>
      <dgm:t>
        <a:bodyPr/>
        <a:lstStyle/>
        <a:p>
          <a:r>
            <a:rPr lang="ru-RU"/>
            <a:t>развитие социальных сетей;</a:t>
          </a:r>
          <a:endParaRPr lang="en-US"/>
        </a:p>
      </dgm:t>
    </dgm:pt>
    <dgm:pt modelId="{5332ECB3-1180-4811-AF43-ED7AB33A1923}" type="parTrans" cxnId="{42019524-80E1-48BA-B9AF-9AC498639523}">
      <dgm:prSet/>
      <dgm:spPr/>
      <dgm:t>
        <a:bodyPr/>
        <a:lstStyle/>
        <a:p>
          <a:endParaRPr lang="en-US"/>
        </a:p>
      </dgm:t>
    </dgm:pt>
    <dgm:pt modelId="{542AFB58-AF18-40B2-A800-61CB2ED55C87}" type="sibTrans" cxnId="{42019524-80E1-48BA-B9AF-9AC498639523}">
      <dgm:prSet/>
      <dgm:spPr/>
      <dgm:t>
        <a:bodyPr/>
        <a:lstStyle/>
        <a:p>
          <a:endParaRPr lang="en-US"/>
        </a:p>
      </dgm:t>
    </dgm:pt>
    <dgm:pt modelId="{2D9D2E59-7547-42C7-A5E6-C9D4F1C41994}">
      <dgm:prSet/>
      <dgm:spPr/>
      <dgm:t>
        <a:bodyPr/>
        <a:lstStyle/>
        <a:p>
          <a:r>
            <a:rPr lang="ru-RU"/>
            <a:t>появление онлайн-игр;</a:t>
          </a:r>
          <a:endParaRPr lang="en-US"/>
        </a:p>
      </dgm:t>
    </dgm:pt>
    <dgm:pt modelId="{7B885D4D-13F2-4AC2-A80C-A24D26B3755B}" type="parTrans" cxnId="{853CA8F4-3774-400C-A421-B42960A4F9BB}">
      <dgm:prSet/>
      <dgm:spPr/>
      <dgm:t>
        <a:bodyPr/>
        <a:lstStyle/>
        <a:p>
          <a:endParaRPr lang="en-US"/>
        </a:p>
      </dgm:t>
    </dgm:pt>
    <dgm:pt modelId="{A4B92C5C-8961-4691-A43B-2417918CC603}" type="sibTrans" cxnId="{853CA8F4-3774-400C-A421-B42960A4F9BB}">
      <dgm:prSet/>
      <dgm:spPr/>
      <dgm:t>
        <a:bodyPr/>
        <a:lstStyle/>
        <a:p>
          <a:endParaRPr lang="en-US"/>
        </a:p>
      </dgm:t>
    </dgm:pt>
    <dgm:pt modelId="{9522F5E1-AA07-47A0-8F8A-C5D7233029AD}">
      <dgm:prSet/>
      <dgm:spPr/>
      <dgm:t>
        <a:bodyPr/>
        <a:lstStyle/>
        <a:p>
          <a:r>
            <a:rPr lang="ru-RU"/>
            <a:t>программирование;</a:t>
          </a:r>
          <a:endParaRPr lang="en-US"/>
        </a:p>
      </dgm:t>
    </dgm:pt>
    <dgm:pt modelId="{BBCCABC5-7FC4-4018-9555-EEBCF745CC35}" type="parTrans" cxnId="{BABF7081-FA3D-49DB-A212-CA698841AD19}">
      <dgm:prSet/>
      <dgm:spPr/>
      <dgm:t>
        <a:bodyPr/>
        <a:lstStyle/>
        <a:p>
          <a:endParaRPr lang="en-US"/>
        </a:p>
      </dgm:t>
    </dgm:pt>
    <dgm:pt modelId="{C99CF235-B9B9-4376-B8C8-7A71134F708A}" type="sibTrans" cxnId="{BABF7081-FA3D-49DB-A212-CA698841AD19}">
      <dgm:prSet/>
      <dgm:spPr/>
      <dgm:t>
        <a:bodyPr/>
        <a:lstStyle/>
        <a:p>
          <a:endParaRPr lang="en-US"/>
        </a:p>
      </dgm:t>
    </dgm:pt>
    <dgm:pt modelId="{B1603C63-6202-4914-A8C4-83FC4B6A90DC}">
      <dgm:prSet/>
      <dgm:spPr/>
      <dgm:t>
        <a:bodyPr/>
        <a:lstStyle/>
        <a:p>
          <a:r>
            <a:rPr lang="ru-RU"/>
            <a:t>цифровая коммуникация;</a:t>
          </a:r>
          <a:endParaRPr lang="en-US"/>
        </a:p>
      </dgm:t>
    </dgm:pt>
    <dgm:pt modelId="{4E880030-EACB-4AD5-9674-976A76F62003}" type="parTrans" cxnId="{7721EE49-8AF5-4A91-9C15-615CB334C696}">
      <dgm:prSet/>
      <dgm:spPr/>
      <dgm:t>
        <a:bodyPr/>
        <a:lstStyle/>
        <a:p>
          <a:endParaRPr lang="en-US"/>
        </a:p>
      </dgm:t>
    </dgm:pt>
    <dgm:pt modelId="{5E34943B-6014-422F-847D-BA35FA2E9D6E}" type="sibTrans" cxnId="{7721EE49-8AF5-4A91-9C15-615CB334C696}">
      <dgm:prSet/>
      <dgm:spPr/>
      <dgm:t>
        <a:bodyPr/>
        <a:lstStyle/>
        <a:p>
          <a:endParaRPr lang="en-US"/>
        </a:p>
      </dgm:t>
    </dgm:pt>
    <dgm:pt modelId="{D9C38A47-E08B-43DF-AAB0-16C1BC315B18}">
      <dgm:prSet/>
      <dgm:spPr/>
      <dgm:t>
        <a:bodyPr/>
        <a:lstStyle/>
        <a:p>
          <a:r>
            <a:rPr lang="ru-RU"/>
            <a:t>развитие программного обеспечения;</a:t>
          </a:r>
          <a:endParaRPr lang="en-US"/>
        </a:p>
      </dgm:t>
    </dgm:pt>
    <dgm:pt modelId="{5093A858-55C4-4D31-9971-F44501696F70}" type="parTrans" cxnId="{DF4BE2F5-4EDD-4D34-82F8-F31A3D25A295}">
      <dgm:prSet/>
      <dgm:spPr/>
      <dgm:t>
        <a:bodyPr/>
        <a:lstStyle/>
        <a:p>
          <a:endParaRPr lang="en-US"/>
        </a:p>
      </dgm:t>
    </dgm:pt>
    <dgm:pt modelId="{69CCFB63-1A0A-4456-BFC5-239001E9C65E}" type="sibTrans" cxnId="{DF4BE2F5-4EDD-4D34-82F8-F31A3D25A295}">
      <dgm:prSet/>
      <dgm:spPr/>
      <dgm:t>
        <a:bodyPr/>
        <a:lstStyle/>
        <a:p>
          <a:endParaRPr lang="en-US"/>
        </a:p>
      </dgm:t>
    </dgm:pt>
    <dgm:pt modelId="{0E481413-1F0F-446B-B4DE-CB793FB2A292}">
      <dgm:prSet/>
      <dgm:spPr/>
      <dgm:t>
        <a:bodyPr/>
        <a:lstStyle/>
        <a:p>
          <a:r>
            <a:rPr lang="ru-RU"/>
            <a:t>изменение способов получения и передачи информации.</a:t>
          </a:r>
          <a:endParaRPr lang="en-US"/>
        </a:p>
      </dgm:t>
    </dgm:pt>
    <dgm:pt modelId="{A5221D48-488D-4A4B-81D9-C6B7ED4315CC}" type="parTrans" cxnId="{369205B5-701A-4853-9BD8-BEB4BEA24BA3}">
      <dgm:prSet/>
      <dgm:spPr/>
      <dgm:t>
        <a:bodyPr/>
        <a:lstStyle/>
        <a:p>
          <a:endParaRPr lang="en-US"/>
        </a:p>
      </dgm:t>
    </dgm:pt>
    <dgm:pt modelId="{46FAF776-6A0E-44F7-86D2-AC72DE6EF1DB}" type="sibTrans" cxnId="{369205B5-701A-4853-9BD8-BEB4BEA24BA3}">
      <dgm:prSet/>
      <dgm:spPr/>
      <dgm:t>
        <a:bodyPr/>
        <a:lstStyle/>
        <a:p>
          <a:endParaRPr lang="en-US"/>
        </a:p>
      </dgm:t>
    </dgm:pt>
    <dgm:pt modelId="{B84C9D6F-8811-481F-ABD8-551F68873FF1}" type="pres">
      <dgm:prSet presAssocID="{093F27EA-7F16-42DA-BC82-231322B32EBE}" presName="diagram" presStyleCnt="0">
        <dgm:presLayoutVars>
          <dgm:dir/>
          <dgm:resizeHandles val="exact"/>
        </dgm:presLayoutVars>
      </dgm:prSet>
      <dgm:spPr/>
    </dgm:pt>
    <dgm:pt modelId="{D79A3BF9-2A32-489A-8C04-1B9F6C0E06FB}" type="pres">
      <dgm:prSet presAssocID="{8B615BE4-70E6-4ED2-85AB-CD3DC5FC5064}" presName="node" presStyleLbl="node1" presStyleIdx="0" presStyleCnt="8">
        <dgm:presLayoutVars>
          <dgm:bulletEnabled val="1"/>
        </dgm:presLayoutVars>
      </dgm:prSet>
      <dgm:spPr/>
    </dgm:pt>
    <dgm:pt modelId="{E7BEA790-5D87-44DA-AD0F-717BE1473E79}" type="pres">
      <dgm:prSet presAssocID="{8183FDC3-9A94-488D-8AA6-09A6718AAEB3}" presName="sibTrans" presStyleCnt="0"/>
      <dgm:spPr/>
    </dgm:pt>
    <dgm:pt modelId="{C2E92ABE-4631-43DD-BD91-0D5D55F96DFB}" type="pres">
      <dgm:prSet presAssocID="{48878398-2C67-4E76-886C-DC540098F661}" presName="node" presStyleLbl="node1" presStyleIdx="1" presStyleCnt="8">
        <dgm:presLayoutVars>
          <dgm:bulletEnabled val="1"/>
        </dgm:presLayoutVars>
      </dgm:prSet>
      <dgm:spPr/>
    </dgm:pt>
    <dgm:pt modelId="{FA6AF8CF-08A5-4903-8D97-7460C7F9F8BB}" type="pres">
      <dgm:prSet presAssocID="{495CCC91-2006-4A53-8572-2A9EDB8FA83E}" presName="sibTrans" presStyleCnt="0"/>
      <dgm:spPr/>
    </dgm:pt>
    <dgm:pt modelId="{AEA73947-225D-492E-B7D9-BEC14C1868D5}" type="pres">
      <dgm:prSet presAssocID="{CD5E230C-DCA0-4FF5-873E-7DB93EFADEDE}" presName="node" presStyleLbl="node1" presStyleIdx="2" presStyleCnt="8">
        <dgm:presLayoutVars>
          <dgm:bulletEnabled val="1"/>
        </dgm:presLayoutVars>
      </dgm:prSet>
      <dgm:spPr/>
    </dgm:pt>
    <dgm:pt modelId="{90E4CACD-0849-48FA-9C3B-45B8170AE559}" type="pres">
      <dgm:prSet presAssocID="{542AFB58-AF18-40B2-A800-61CB2ED55C87}" presName="sibTrans" presStyleCnt="0"/>
      <dgm:spPr/>
    </dgm:pt>
    <dgm:pt modelId="{0A0F9704-0477-4D1E-9198-213763FE13E8}" type="pres">
      <dgm:prSet presAssocID="{2D9D2E59-7547-42C7-A5E6-C9D4F1C41994}" presName="node" presStyleLbl="node1" presStyleIdx="3" presStyleCnt="8">
        <dgm:presLayoutVars>
          <dgm:bulletEnabled val="1"/>
        </dgm:presLayoutVars>
      </dgm:prSet>
      <dgm:spPr/>
    </dgm:pt>
    <dgm:pt modelId="{87EF983C-3891-4956-B23B-2DEE26526FF9}" type="pres">
      <dgm:prSet presAssocID="{A4B92C5C-8961-4691-A43B-2417918CC603}" presName="sibTrans" presStyleCnt="0"/>
      <dgm:spPr/>
    </dgm:pt>
    <dgm:pt modelId="{CC728854-221D-421D-8A0E-E4CC3CA8CC6E}" type="pres">
      <dgm:prSet presAssocID="{9522F5E1-AA07-47A0-8F8A-C5D7233029AD}" presName="node" presStyleLbl="node1" presStyleIdx="4" presStyleCnt="8">
        <dgm:presLayoutVars>
          <dgm:bulletEnabled val="1"/>
        </dgm:presLayoutVars>
      </dgm:prSet>
      <dgm:spPr/>
    </dgm:pt>
    <dgm:pt modelId="{6E2CC709-BDD7-4840-B081-A97AB3E46CC5}" type="pres">
      <dgm:prSet presAssocID="{C99CF235-B9B9-4376-B8C8-7A71134F708A}" presName="sibTrans" presStyleCnt="0"/>
      <dgm:spPr/>
    </dgm:pt>
    <dgm:pt modelId="{F492B07D-915A-4518-92F6-AB397921F672}" type="pres">
      <dgm:prSet presAssocID="{B1603C63-6202-4914-A8C4-83FC4B6A90DC}" presName="node" presStyleLbl="node1" presStyleIdx="5" presStyleCnt="8">
        <dgm:presLayoutVars>
          <dgm:bulletEnabled val="1"/>
        </dgm:presLayoutVars>
      </dgm:prSet>
      <dgm:spPr/>
    </dgm:pt>
    <dgm:pt modelId="{0C8D40EE-4868-4898-AB6C-D03977E3544E}" type="pres">
      <dgm:prSet presAssocID="{5E34943B-6014-422F-847D-BA35FA2E9D6E}" presName="sibTrans" presStyleCnt="0"/>
      <dgm:spPr/>
    </dgm:pt>
    <dgm:pt modelId="{C089CEBA-4033-4BAB-8A14-FBB150F9F4C0}" type="pres">
      <dgm:prSet presAssocID="{D9C38A47-E08B-43DF-AAB0-16C1BC315B18}" presName="node" presStyleLbl="node1" presStyleIdx="6" presStyleCnt="8">
        <dgm:presLayoutVars>
          <dgm:bulletEnabled val="1"/>
        </dgm:presLayoutVars>
      </dgm:prSet>
      <dgm:spPr/>
    </dgm:pt>
    <dgm:pt modelId="{0C5C7054-E583-4FA4-A532-31D0190904B9}" type="pres">
      <dgm:prSet presAssocID="{69CCFB63-1A0A-4456-BFC5-239001E9C65E}" presName="sibTrans" presStyleCnt="0"/>
      <dgm:spPr/>
    </dgm:pt>
    <dgm:pt modelId="{EFCB096D-7124-438F-9D49-6C11636BF12B}" type="pres">
      <dgm:prSet presAssocID="{0E481413-1F0F-446B-B4DE-CB793FB2A292}" presName="node" presStyleLbl="node1" presStyleIdx="7" presStyleCnt="8">
        <dgm:presLayoutVars>
          <dgm:bulletEnabled val="1"/>
        </dgm:presLayoutVars>
      </dgm:prSet>
      <dgm:spPr/>
    </dgm:pt>
  </dgm:ptLst>
  <dgm:cxnLst>
    <dgm:cxn modelId="{18565318-4DEA-410A-9A7F-3BDDA3DDA0B3}" type="presOf" srcId="{B1603C63-6202-4914-A8C4-83FC4B6A90DC}" destId="{F492B07D-915A-4518-92F6-AB397921F672}" srcOrd="0" destOrd="0" presId="urn:microsoft.com/office/officeart/2005/8/layout/default"/>
    <dgm:cxn modelId="{AA838B23-8DAB-4F33-B91C-106F617013E7}" type="presOf" srcId="{8B615BE4-70E6-4ED2-85AB-CD3DC5FC5064}" destId="{D79A3BF9-2A32-489A-8C04-1B9F6C0E06FB}" srcOrd="0" destOrd="0" presId="urn:microsoft.com/office/officeart/2005/8/layout/default"/>
    <dgm:cxn modelId="{42019524-80E1-48BA-B9AF-9AC498639523}" srcId="{093F27EA-7F16-42DA-BC82-231322B32EBE}" destId="{CD5E230C-DCA0-4FF5-873E-7DB93EFADEDE}" srcOrd="2" destOrd="0" parTransId="{5332ECB3-1180-4811-AF43-ED7AB33A1923}" sibTransId="{542AFB58-AF18-40B2-A800-61CB2ED55C87}"/>
    <dgm:cxn modelId="{9846D42D-D71A-4335-8600-82D08F4B3CC3}" type="presOf" srcId="{CD5E230C-DCA0-4FF5-873E-7DB93EFADEDE}" destId="{AEA73947-225D-492E-B7D9-BEC14C1868D5}" srcOrd="0" destOrd="0" presId="urn:microsoft.com/office/officeart/2005/8/layout/default"/>
    <dgm:cxn modelId="{D6F0522E-BBC7-4C22-AA12-4A4458BD9C18}" type="presOf" srcId="{0E481413-1F0F-446B-B4DE-CB793FB2A292}" destId="{EFCB096D-7124-438F-9D49-6C11636BF12B}" srcOrd="0" destOrd="0" presId="urn:microsoft.com/office/officeart/2005/8/layout/default"/>
    <dgm:cxn modelId="{4A98C92E-15B1-4799-B37C-E5EBC6C3B678}" srcId="{093F27EA-7F16-42DA-BC82-231322B32EBE}" destId="{48878398-2C67-4E76-886C-DC540098F661}" srcOrd="1" destOrd="0" parTransId="{98D125A8-DC4F-481B-8C76-EE8CA5E97516}" sibTransId="{495CCC91-2006-4A53-8572-2A9EDB8FA83E}"/>
    <dgm:cxn modelId="{F8459465-8C9D-46A4-99B7-40F13A1328A3}" type="presOf" srcId="{48878398-2C67-4E76-886C-DC540098F661}" destId="{C2E92ABE-4631-43DD-BD91-0D5D55F96DFB}" srcOrd="0" destOrd="0" presId="urn:microsoft.com/office/officeart/2005/8/layout/default"/>
    <dgm:cxn modelId="{F5C9CA67-61E8-43B3-986D-52CBBF4CE258}" type="presOf" srcId="{9522F5E1-AA07-47A0-8F8A-C5D7233029AD}" destId="{CC728854-221D-421D-8A0E-E4CC3CA8CC6E}" srcOrd="0" destOrd="0" presId="urn:microsoft.com/office/officeart/2005/8/layout/default"/>
    <dgm:cxn modelId="{7721EE49-8AF5-4A91-9C15-615CB334C696}" srcId="{093F27EA-7F16-42DA-BC82-231322B32EBE}" destId="{B1603C63-6202-4914-A8C4-83FC4B6A90DC}" srcOrd="5" destOrd="0" parTransId="{4E880030-EACB-4AD5-9674-976A76F62003}" sibTransId="{5E34943B-6014-422F-847D-BA35FA2E9D6E}"/>
    <dgm:cxn modelId="{ACE23550-FEAA-48BA-BE8C-169FD6D3C860}" srcId="{093F27EA-7F16-42DA-BC82-231322B32EBE}" destId="{8B615BE4-70E6-4ED2-85AB-CD3DC5FC5064}" srcOrd="0" destOrd="0" parTransId="{6F43BB34-D389-4A3B-AD14-8E4EED45EC03}" sibTransId="{8183FDC3-9A94-488D-8AA6-09A6718AAEB3}"/>
    <dgm:cxn modelId="{BABF7081-FA3D-49DB-A212-CA698841AD19}" srcId="{093F27EA-7F16-42DA-BC82-231322B32EBE}" destId="{9522F5E1-AA07-47A0-8F8A-C5D7233029AD}" srcOrd="4" destOrd="0" parTransId="{BBCCABC5-7FC4-4018-9555-EEBCF745CC35}" sibTransId="{C99CF235-B9B9-4376-B8C8-7A71134F708A}"/>
    <dgm:cxn modelId="{FD46358B-BE67-4D5D-AB3C-9E82DED2425C}" type="presOf" srcId="{093F27EA-7F16-42DA-BC82-231322B32EBE}" destId="{B84C9D6F-8811-481F-ABD8-551F68873FF1}" srcOrd="0" destOrd="0" presId="urn:microsoft.com/office/officeart/2005/8/layout/default"/>
    <dgm:cxn modelId="{F99E2AB2-E62A-4481-B5A7-F82681447DED}" type="presOf" srcId="{2D9D2E59-7547-42C7-A5E6-C9D4F1C41994}" destId="{0A0F9704-0477-4D1E-9198-213763FE13E8}" srcOrd="0" destOrd="0" presId="urn:microsoft.com/office/officeart/2005/8/layout/default"/>
    <dgm:cxn modelId="{369205B5-701A-4853-9BD8-BEB4BEA24BA3}" srcId="{093F27EA-7F16-42DA-BC82-231322B32EBE}" destId="{0E481413-1F0F-446B-B4DE-CB793FB2A292}" srcOrd="7" destOrd="0" parTransId="{A5221D48-488D-4A4B-81D9-C6B7ED4315CC}" sibTransId="{46FAF776-6A0E-44F7-86D2-AC72DE6EF1DB}"/>
    <dgm:cxn modelId="{7BFAFDD4-6001-477E-BF0A-6831F9263826}" type="presOf" srcId="{D9C38A47-E08B-43DF-AAB0-16C1BC315B18}" destId="{C089CEBA-4033-4BAB-8A14-FBB150F9F4C0}" srcOrd="0" destOrd="0" presId="urn:microsoft.com/office/officeart/2005/8/layout/default"/>
    <dgm:cxn modelId="{853CA8F4-3774-400C-A421-B42960A4F9BB}" srcId="{093F27EA-7F16-42DA-BC82-231322B32EBE}" destId="{2D9D2E59-7547-42C7-A5E6-C9D4F1C41994}" srcOrd="3" destOrd="0" parTransId="{7B885D4D-13F2-4AC2-A80C-A24D26B3755B}" sibTransId="{A4B92C5C-8961-4691-A43B-2417918CC603}"/>
    <dgm:cxn modelId="{DF4BE2F5-4EDD-4D34-82F8-F31A3D25A295}" srcId="{093F27EA-7F16-42DA-BC82-231322B32EBE}" destId="{D9C38A47-E08B-43DF-AAB0-16C1BC315B18}" srcOrd="6" destOrd="0" parTransId="{5093A858-55C4-4D31-9971-F44501696F70}" sibTransId="{69CCFB63-1A0A-4456-BFC5-239001E9C65E}"/>
    <dgm:cxn modelId="{D880BF58-3ABD-42B5-B42C-BF4818AB747A}" type="presParOf" srcId="{B84C9D6F-8811-481F-ABD8-551F68873FF1}" destId="{D79A3BF9-2A32-489A-8C04-1B9F6C0E06FB}" srcOrd="0" destOrd="0" presId="urn:microsoft.com/office/officeart/2005/8/layout/default"/>
    <dgm:cxn modelId="{1F06446D-18CB-4BF9-AE96-0EAA9995B10F}" type="presParOf" srcId="{B84C9D6F-8811-481F-ABD8-551F68873FF1}" destId="{E7BEA790-5D87-44DA-AD0F-717BE1473E79}" srcOrd="1" destOrd="0" presId="urn:microsoft.com/office/officeart/2005/8/layout/default"/>
    <dgm:cxn modelId="{627C1FF1-06AA-4994-A601-F72A334D57EB}" type="presParOf" srcId="{B84C9D6F-8811-481F-ABD8-551F68873FF1}" destId="{C2E92ABE-4631-43DD-BD91-0D5D55F96DFB}" srcOrd="2" destOrd="0" presId="urn:microsoft.com/office/officeart/2005/8/layout/default"/>
    <dgm:cxn modelId="{E472334A-595D-4F41-A2DC-4ECBBF9128EA}" type="presParOf" srcId="{B84C9D6F-8811-481F-ABD8-551F68873FF1}" destId="{FA6AF8CF-08A5-4903-8D97-7460C7F9F8BB}" srcOrd="3" destOrd="0" presId="urn:microsoft.com/office/officeart/2005/8/layout/default"/>
    <dgm:cxn modelId="{73286F5C-BEA7-4EB8-BCF7-54048ED77645}" type="presParOf" srcId="{B84C9D6F-8811-481F-ABD8-551F68873FF1}" destId="{AEA73947-225D-492E-B7D9-BEC14C1868D5}" srcOrd="4" destOrd="0" presId="urn:microsoft.com/office/officeart/2005/8/layout/default"/>
    <dgm:cxn modelId="{2CFE6666-AC18-480B-A99F-ACAB029379A8}" type="presParOf" srcId="{B84C9D6F-8811-481F-ABD8-551F68873FF1}" destId="{90E4CACD-0849-48FA-9C3B-45B8170AE559}" srcOrd="5" destOrd="0" presId="urn:microsoft.com/office/officeart/2005/8/layout/default"/>
    <dgm:cxn modelId="{533C4A30-964C-42D2-85DC-5266D593CBC5}" type="presParOf" srcId="{B84C9D6F-8811-481F-ABD8-551F68873FF1}" destId="{0A0F9704-0477-4D1E-9198-213763FE13E8}" srcOrd="6" destOrd="0" presId="urn:microsoft.com/office/officeart/2005/8/layout/default"/>
    <dgm:cxn modelId="{3D59663E-1222-4D68-AAEA-CB062CF7B48B}" type="presParOf" srcId="{B84C9D6F-8811-481F-ABD8-551F68873FF1}" destId="{87EF983C-3891-4956-B23B-2DEE26526FF9}" srcOrd="7" destOrd="0" presId="urn:microsoft.com/office/officeart/2005/8/layout/default"/>
    <dgm:cxn modelId="{E56901F3-D408-44A0-AFBA-D97095BE58CF}" type="presParOf" srcId="{B84C9D6F-8811-481F-ABD8-551F68873FF1}" destId="{CC728854-221D-421D-8A0E-E4CC3CA8CC6E}" srcOrd="8" destOrd="0" presId="urn:microsoft.com/office/officeart/2005/8/layout/default"/>
    <dgm:cxn modelId="{67214870-E119-42C4-AE92-2D44F58C9868}" type="presParOf" srcId="{B84C9D6F-8811-481F-ABD8-551F68873FF1}" destId="{6E2CC709-BDD7-4840-B081-A97AB3E46CC5}" srcOrd="9" destOrd="0" presId="urn:microsoft.com/office/officeart/2005/8/layout/default"/>
    <dgm:cxn modelId="{40FF64D9-F886-4654-900B-59EF3F279175}" type="presParOf" srcId="{B84C9D6F-8811-481F-ABD8-551F68873FF1}" destId="{F492B07D-915A-4518-92F6-AB397921F672}" srcOrd="10" destOrd="0" presId="urn:microsoft.com/office/officeart/2005/8/layout/default"/>
    <dgm:cxn modelId="{9FADDC34-8AEA-426B-8642-4EDCF4C67773}" type="presParOf" srcId="{B84C9D6F-8811-481F-ABD8-551F68873FF1}" destId="{0C8D40EE-4868-4898-AB6C-D03977E3544E}" srcOrd="11" destOrd="0" presId="urn:microsoft.com/office/officeart/2005/8/layout/default"/>
    <dgm:cxn modelId="{A70C29F6-9BC3-4A1C-9356-3C14A421CFD7}" type="presParOf" srcId="{B84C9D6F-8811-481F-ABD8-551F68873FF1}" destId="{C089CEBA-4033-4BAB-8A14-FBB150F9F4C0}" srcOrd="12" destOrd="0" presId="urn:microsoft.com/office/officeart/2005/8/layout/default"/>
    <dgm:cxn modelId="{D1BD317E-F879-4DE3-90C1-80749D184775}" type="presParOf" srcId="{B84C9D6F-8811-481F-ABD8-551F68873FF1}" destId="{0C5C7054-E583-4FA4-A532-31D0190904B9}" srcOrd="13" destOrd="0" presId="urn:microsoft.com/office/officeart/2005/8/layout/default"/>
    <dgm:cxn modelId="{D6F7DCDF-919F-4277-9A98-1035A9CDA5FA}" type="presParOf" srcId="{B84C9D6F-8811-481F-ABD8-551F68873FF1}" destId="{EFCB096D-7124-438F-9D49-6C11636BF12B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EEDC2E5-4909-404C-B517-AE1F7E99A8E0}" type="doc">
      <dgm:prSet loTypeId="urn:microsoft.com/office/officeart/2005/8/layout/vList5" loCatId="list" qsTypeId="urn:microsoft.com/office/officeart/2005/8/quickstyle/simple4#10" qsCatId="simple" csTypeId="urn:microsoft.com/office/officeart/2005/8/colors/accent1_2#20" csCatId="accent1"/>
      <dgm:spPr/>
      <dgm:t>
        <a:bodyPr/>
        <a:lstStyle/>
        <a:p>
          <a:endParaRPr lang="en-US"/>
        </a:p>
      </dgm:t>
    </dgm:pt>
    <dgm:pt modelId="{5B0A5993-EB22-42E1-A343-0E7122AB0F89}">
      <dgm:prSet/>
      <dgm:spPr/>
      <dgm:t>
        <a:bodyPr/>
        <a:lstStyle/>
        <a:p>
          <a:r>
            <a:rPr lang="ru-RU" dirty="0"/>
            <a:t>мышь — </a:t>
          </a:r>
          <a:r>
            <a:rPr lang="ru-RU" dirty="0" err="1"/>
            <a:t>mouse</a:t>
          </a:r>
          <a:r>
            <a:rPr lang="ru-RU" dirty="0"/>
            <a:t> (компьютерное устройство)</a:t>
          </a:r>
          <a:endParaRPr lang="en-US" dirty="0"/>
        </a:p>
      </dgm:t>
    </dgm:pt>
    <dgm:pt modelId="{35CA97A1-98AE-49FA-9118-1F901AA4B1A6}" type="parTrans" cxnId="{5CE1D180-0F23-425D-B933-4E0E7E6DAEE1}">
      <dgm:prSet/>
      <dgm:spPr/>
      <dgm:t>
        <a:bodyPr/>
        <a:lstStyle/>
        <a:p>
          <a:endParaRPr lang="en-US"/>
        </a:p>
      </dgm:t>
    </dgm:pt>
    <dgm:pt modelId="{67EB50D1-D96B-4E23-BCA4-62C25FA0D1C7}" type="sibTrans" cxnId="{5CE1D180-0F23-425D-B933-4E0E7E6DAEE1}">
      <dgm:prSet/>
      <dgm:spPr/>
      <dgm:t>
        <a:bodyPr/>
        <a:lstStyle/>
        <a:p>
          <a:endParaRPr lang="en-US"/>
        </a:p>
      </dgm:t>
    </dgm:pt>
    <dgm:pt modelId="{76108BB1-C8BF-48A2-8ACC-DAE1A284AC22}">
      <dgm:prSet/>
      <dgm:spPr/>
      <dgm:t>
        <a:bodyPr/>
        <a:lstStyle/>
        <a:p>
          <a:r>
            <a:rPr lang="ru-RU"/>
            <a:t>флешка — flash drive</a:t>
          </a:r>
          <a:endParaRPr lang="en-US"/>
        </a:p>
      </dgm:t>
    </dgm:pt>
    <dgm:pt modelId="{3EECBA14-59A3-4979-A913-570F617FEE39}" type="parTrans" cxnId="{AAA8DD42-A670-4D94-B95A-93DC5E8551FA}">
      <dgm:prSet/>
      <dgm:spPr/>
      <dgm:t>
        <a:bodyPr/>
        <a:lstStyle/>
        <a:p>
          <a:endParaRPr lang="en-US"/>
        </a:p>
      </dgm:t>
    </dgm:pt>
    <dgm:pt modelId="{B65C600A-1F2F-44B1-9DAB-385752EDE524}" type="sibTrans" cxnId="{AAA8DD42-A670-4D94-B95A-93DC5E8551FA}">
      <dgm:prSet/>
      <dgm:spPr/>
      <dgm:t>
        <a:bodyPr/>
        <a:lstStyle/>
        <a:p>
          <a:endParaRPr lang="en-US"/>
        </a:p>
      </dgm:t>
    </dgm:pt>
    <dgm:pt modelId="{B471AE0D-A772-49F7-A99D-AFF5E5AC1170}">
      <dgm:prSet/>
      <dgm:spPr/>
      <dgm:t>
        <a:bodyPr/>
        <a:lstStyle/>
        <a:p>
          <a:r>
            <a:rPr lang="ru-RU"/>
            <a:t>гуглить — Google</a:t>
          </a:r>
          <a:endParaRPr lang="en-US"/>
        </a:p>
      </dgm:t>
    </dgm:pt>
    <dgm:pt modelId="{54055145-A03F-40AF-96E5-68A09547BBF9}" type="parTrans" cxnId="{A042EF82-5521-4CB2-8514-9F196DAC9437}">
      <dgm:prSet/>
      <dgm:spPr/>
      <dgm:t>
        <a:bodyPr/>
        <a:lstStyle/>
        <a:p>
          <a:endParaRPr lang="en-US"/>
        </a:p>
      </dgm:t>
    </dgm:pt>
    <dgm:pt modelId="{C4D31C54-1339-4238-AB2C-0683F7FDE6CA}" type="sibTrans" cxnId="{A042EF82-5521-4CB2-8514-9F196DAC9437}">
      <dgm:prSet/>
      <dgm:spPr/>
      <dgm:t>
        <a:bodyPr/>
        <a:lstStyle/>
        <a:p>
          <a:endParaRPr lang="en-US"/>
        </a:p>
      </dgm:t>
    </dgm:pt>
    <dgm:pt modelId="{752EE6D2-510B-447A-8A26-40257E50D251}">
      <dgm:prSet/>
      <dgm:spPr/>
      <dgm:t>
        <a:bodyPr/>
        <a:lstStyle/>
        <a:p>
          <a:r>
            <a:rPr lang="ru-RU"/>
            <a:t>оперативка — оперативная память</a:t>
          </a:r>
          <a:endParaRPr lang="en-US"/>
        </a:p>
      </dgm:t>
    </dgm:pt>
    <dgm:pt modelId="{33A8193D-DE6D-4B8E-8EF7-FDDE3333A471}" type="parTrans" cxnId="{E1340B56-A3EE-403F-8E40-C800ACF8C772}">
      <dgm:prSet/>
      <dgm:spPr/>
      <dgm:t>
        <a:bodyPr/>
        <a:lstStyle/>
        <a:p>
          <a:endParaRPr lang="en-US"/>
        </a:p>
      </dgm:t>
    </dgm:pt>
    <dgm:pt modelId="{FFF97E07-14B0-4E65-8150-763C86C52DCE}" type="sibTrans" cxnId="{E1340B56-A3EE-403F-8E40-C800ACF8C772}">
      <dgm:prSet/>
      <dgm:spPr/>
      <dgm:t>
        <a:bodyPr/>
        <a:lstStyle/>
        <a:p>
          <a:endParaRPr lang="en-US"/>
        </a:p>
      </dgm:t>
    </dgm:pt>
    <dgm:pt modelId="{EDBB3066-A665-4633-AF54-F2783FEE7DA3}">
      <dgm:prSet/>
      <dgm:spPr/>
      <dgm:t>
        <a:bodyPr/>
        <a:lstStyle/>
        <a:p>
          <a:r>
            <a:rPr lang="ru-RU"/>
            <a:t>аська — ICQ</a:t>
          </a:r>
          <a:endParaRPr lang="en-US"/>
        </a:p>
      </dgm:t>
    </dgm:pt>
    <dgm:pt modelId="{C4FDA617-1C99-465B-AF6C-B27C19141081}" type="parTrans" cxnId="{DFF9C4BE-DAE0-4D4D-B09E-4DB5B8D74E03}">
      <dgm:prSet/>
      <dgm:spPr/>
      <dgm:t>
        <a:bodyPr/>
        <a:lstStyle/>
        <a:p>
          <a:endParaRPr lang="en-US"/>
        </a:p>
      </dgm:t>
    </dgm:pt>
    <dgm:pt modelId="{3224992F-3873-4EE6-BA28-96087B19B7D1}" type="sibTrans" cxnId="{DFF9C4BE-DAE0-4D4D-B09E-4DB5B8D74E03}">
      <dgm:prSet/>
      <dgm:spPr/>
      <dgm:t>
        <a:bodyPr/>
        <a:lstStyle/>
        <a:p>
          <a:endParaRPr lang="en-US"/>
        </a:p>
      </dgm:t>
    </dgm:pt>
    <dgm:pt modelId="{1340A6A4-B049-4CB1-B583-F49A5FFEADE6}">
      <dgm:prSet/>
      <dgm:spPr/>
      <dgm:t>
        <a:bodyPr/>
        <a:lstStyle/>
        <a:p>
          <a:r>
            <a:rPr lang="ru-RU"/>
            <a:t>мыло — e-mail</a:t>
          </a:r>
          <a:endParaRPr lang="en-US"/>
        </a:p>
      </dgm:t>
    </dgm:pt>
    <dgm:pt modelId="{452AAF2B-D730-461E-BF0E-6509E4EA1F4A}" type="parTrans" cxnId="{28DC195E-865A-4B4C-8777-2C734503320B}">
      <dgm:prSet/>
      <dgm:spPr/>
      <dgm:t>
        <a:bodyPr/>
        <a:lstStyle/>
        <a:p>
          <a:endParaRPr lang="en-US"/>
        </a:p>
      </dgm:t>
    </dgm:pt>
    <dgm:pt modelId="{7DD1A0BC-4D9D-4B81-BF9E-577E8E144A35}" type="sibTrans" cxnId="{28DC195E-865A-4B4C-8777-2C734503320B}">
      <dgm:prSet/>
      <dgm:spPr/>
      <dgm:t>
        <a:bodyPr/>
        <a:lstStyle/>
        <a:p>
          <a:endParaRPr lang="en-US"/>
        </a:p>
      </dgm:t>
    </dgm:pt>
    <dgm:pt modelId="{23C21A2B-834D-4862-BE7D-EBD408194559}">
      <dgm:prSet/>
      <dgm:spPr/>
      <dgm:t>
        <a:bodyPr/>
        <a:lstStyle/>
        <a:p>
          <a:r>
            <a:rPr lang="ru-RU"/>
            <a:t>вебка — веб-камера</a:t>
          </a:r>
          <a:endParaRPr lang="en-US"/>
        </a:p>
      </dgm:t>
    </dgm:pt>
    <dgm:pt modelId="{2351B474-2093-4CDB-BE85-B7E8DCFB4025}" type="parTrans" cxnId="{9956D54C-7F6C-4BAA-A26C-960AA01971A1}">
      <dgm:prSet/>
      <dgm:spPr/>
      <dgm:t>
        <a:bodyPr/>
        <a:lstStyle/>
        <a:p>
          <a:endParaRPr lang="en-US"/>
        </a:p>
      </dgm:t>
    </dgm:pt>
    <dgm:pt modelId="{55BE3A4D-E253-4F40-B5C4-C0F46A353B29}" type="sibTrans" cxnId="{9956D54C-7F6C-4BAA-A26C-960AA01971A1}">
      <dgm:prSet/>
      <dgm:spPr/>
      <dgm:t>
        <a:bodyPr/>
        <a:lstStyle/>
        <a:p>
          <a:endParaRPr lang="en-US"/>
        </a:p>
      </dgm:t>
    </dgm:pt>
    <dgm:pt modelId="{AA10AEDD-3145-4B0C-BD3D-DCF5CAC28CB5}">
      <dgm:prSet/>
      <dgm:spPr/>
      <dgm:t>
        <a:bodyPr/>
        <a:lstStyle/>
        <a:p>
          <a:r>
            <a:rPr lang="ru-RU"/>
            <a:t>железо — hardware (аппаратная часть компьютера)</a:t>
          </a:r>
          <a:endParaRPr lang="en-US"/>
        </a:p>
      </dgm:t>
    </dgm:pt>
    <dgm:pt modelId="{D3FCE831-C35B-4EB3-9554-00C0312979EC}" type="parTrans" cxnId="{240B8818-4207-4A60-B5BB-765A83D68EBF}">
      <dgm:prSet/>
      <dgm:spPr/>
      <dgm:t>
        <a:bodyPr/>
        <a:lstStyle/>
        <a:p>
          <a:endParaRPr lang="en-US"/>
        </a:p>
      </dgm:t>
    </dgm:pt>
    <dgm:pt modelId="{30D798FB-E71A-4490-9A3F-E52FB223B963}" type="sibTrans" cxnId="{240B8818-4207-4A60-B5BB-765A83D68EBF}">
      <dgm:prSet/>
      <dgm:spPr/>
      <dgm:t>
        <a:bodyPr/>
        <a:lstStyle/>
        <a:p>
          <a:endParaRPr lang="en-US"/>
        </a:p>
      </dgm:t>
    </dgm:pt>
    <dgm:pt modelId="{5D84BE39-D778-4B3D-B40E-1DA660B64314}">
      <dgm:prSet/>
      <dgm:spPr/>
      <dgm:t>
        <a:bodyPr/>
        <a:lstStyle/>
        <a:p>
          <a:r>
            <a:rPr lang="ru-RU"/>
            <a:t>юзерпик — user picture</a:t>
          </a:r>
          <a:endParaRPr lang="en-US"/>
        </a:p>
      </dgm:t>
    </dgm:pt>
    <dgm:pt modelId="{5497411B-9A8A-42E1-A9BE-B45EBFADA46E}" type="parTrans" cxnId="{0021F46D-1159-47FF-8869-6A5487EB4D08}">
      <dgm:prSet/>
      <dgm:spPr/>
      <dgm:t>
        <a:bodyPr/>
        <a:lstStyle/>
        <a:p>
          <a:endParaRPr lang="en-US"/>
        </a:p>
      </dgm:t>
    </dgm:pt>
    <dgm:pt modelId="{1BB308C3-3F9E-47EA-940D-E3FD612CF24E}" type="sibTrans" cxnId="{0021F46D-1159-47FF-8869-6A5487EB4D08}">
      <dgm:prSet/>
      <dgm:spPr/>
      <dgm:t>
        <a:bodyPr/>
        <a:lstStyle/>
        <a:p>
          <a:endParaRPr lang="en-US"/>
        </a:p>
      </dgm:t>
    </dgm:pt>
    <dgm:pt modelId="{24161A3F-CE0A-4B8A-8A64-F30213144D92}">
      <dgm:prSet/>
      <dgm:spPr/>
      <dgm:t>
        <a:bodyPr/>
        <a:lstStyle/>
        <a:p>
          <a:r>
            <a:rPr lang="ru-RU"/>
            <a:t>РЕПО — repository</a:t>
          </a:r>
          <a:endParaRPr lang="en-US"/>
        </a:p>
      </dgm:t>
    </dgm:pt>
    <dgm:pt modelId="{08916453-5624-4218-A2D5-ED496AE914E2}" type="parTrans" cxnId="{46886331-9864-4134-BBCB-94FC48C01D93}">
      <dgm:prSet/>
      <dgm:spPr/>
      <dgm:t>
        <a:bodyPr/>
        <a:lstStyle/>
        <a:p>
          <a:endParaRPr lang="en-US"/>
        </a:p>
      </dgm:t>
    </dgm:pt>
    <dgm:pt modelId="{9E419939-4CC2-4319-BB49-5505397D384D}" type="sibTrans" cxnId="{46886331-9864-4134-BBCB-94FC48C01D93}">
      <dgm:prSet/>
      <dgm:spPr/>
      <dgm:t>
        <a:bodyPr/>
        <a:lstStyle/>
        <a:p>
          <a:endParaRPr lang="en-US"/>
        </a:p>
      </dgm:t>
    </dgm:pt>
    <dgm:pt modelId="{7C14373C-9EA3-49DF-9E97-7FD58ED6838B}">
      <dgm:prSet/>
      <dgm:spPr/>
      <dgm:t>
        <a:bodyPr/>
        <a:lstStyle/>
        <a:p>
          <a:r>
            <a:rPr lang="ru-RU"/>
            <a:t>ОС — операционная система</a:t>
          </a:r>
          <a:endParaRPr lang="en-US"/>
        </a:p>
      </dgm:t>
    </dgm:pt>
    <dgm:pt modelId="{29325ABB-036C-4475-B315-8CCC962DDD02}" type="parTrans" cxnId="{A72D216C-27F3-41AF-A88F-1C191F949D45}">
      <dgm:prSet/>
      <dgm:spPr/>
      <dgm:t>
        <a:bodyPr/>
        <a:lstStyle/>
        <a:p>
          <a:endParaRPr lang="en-US"/>
        </a:p>
      </dgm:t>
    </dgm:pt>
    <dgm:pt modelId="{A7E26372-E24A-45E1-B760-4FFC853F09DF}" type="sibTrans" cxnId="{A72D216C-27F3-41AF-A88F-1C191F949D45}">
      <dgm:prSet/>
      <dgm:spPr/>
      <dgm:t>
        <a:bodyPr/>
        <a:lstStyle/>
        <a:p>
          <a:endParaRPr lang="en-US"/>
        </a:p>
      </dgm:t>
    </dgm:pt>
    <dgm:pt modelId="{1682E76B-0BE1-4C2C-8AE7-B135BB9B971A}">
      <dgm:prSet/>
      <dgm:spPr/>
      <dgm:t>
        <a:bodyPr/>
        <a:lstStyle/>
        <a:p>
          <a:r>
            <a:rPr lang="ru-RU"/>
            <a:t>файлик — file</a:t>
          </a:r>
          <a:endParaRPr lang="en-US"/>
        </a:p>
      </dgm:t>
    </dgm:pt>
    <dgm:pt modelId="{31C0515E-4801-4887-A945-B4A98A611C11}" type="parTrans" cxnId="{C76E73F3-01AF-48BC-9E51-CF1DB4EC3598}">
      <dgm:prSet/>
      <dgm:spPr/>
      <dgm:t>
        <a:bodyPr/>
        <a:lstStyle/>
        <a:p>
          <a:endParaRPr lang="en-US"/>
        </a:p>
      </dgm:t>
    </dgm:pt>
    <dgm:pt modelId="{5D0A933B-E92D-4D66-837A-4D0D3E2B0358}" type="sibTrans" cxnId="{C76E73F3-01AF-48BC-9E51-CF1DB4EC3598}">
      <dgm:prSet/>
      <dgm:spPr/>
      <dgm:t>
        <a:bodyPr/>
        <a:lstStyle/>
        <a:p>
          <a:endParaRPr lang="en-US"/>
        </a:p>
      </dgm:t>
    </dgm:pt>
    <dgm:pt modelId="{2967364D-0AA9-442D-89CB-6FC1E1F71DF2}">
      <dgm:prSet/>
      <dgm:spPr/>
      <dgm:t>
        <a:bodyPr/>
        <a:lstStyle/>
        <a:p>
          <a:r>
            <a:rPr lang="ru-RU"/>
            <a:t>материнка — материнская плата</a:t>
          </a:r>
          <a:endParaRPr lang="en-US"/>
        </a:p>
      </dgm:t>
    </dgm:pt>
    <dgm:pt modelId="{C97A280D-7EE7-45B5-BA7C-E0C8D5A436CA}" type="parTrans" cxnId="{2F9FBC01-7E36-4543-8955-C855546C9E2F}">
      <dgm:prSet/>
      <dgm:spPr/>
      <dgm:t>
        <a:bodyPr/>
        <a:lstStyle/>
        <a:p>
          <a:endParaRPr lang="en-US"/>
        </a:p>
      </dgm:t>
    </dgm:pt>
    <dgm:pt modelId="{18C2E03A-02E0-42DA-AF32-BE86799F6299}" type="sibTrans" cxnId="{2F9FBC01-7E36-4543-8955-C855546C9E2F}">
      <dgm:prSet/>
      <dgm:spPr/>
      <dgm:t>
        <a:bodyPr/>
        <a:lstStyle/>
        <a:p>
          <a:endParaRPr lang="en-US"/>
        </a:p>
      </dgm:t>
    </dgm:pt>
    <dgm:pt modelId="{C3545B5B-63BC-4071-9273-93A1A08938C6}">
      <dgm:prSet/>
      <dgm:spPr/>
      <dgm:t>
        <a:bodyPr/>
        <a:lstStyle/>
        <a:p>
          <a:r>
            <a:rPr lang="ru-RU"/>
            <a:t>синяк — blue screen / «синий экран»</a:t>
          </a:r>
          <a:endParaRPr lang="en-US"/>
        </a:p>
      </dgm:t>
    </dgm:pt>
    <dgm:pt modelId="{9A56B82C-8735-401A-8EE9-742D3695903C}" type="parTrans" cxnId="{06819DF5-CE6A-4201-92F6-952FEEFDC6FB}">
      <dgm:prSet/>
      <dgm:spPr/>
      <dgm:t>
        <a:bodyPr/>
        <a:lstStyle/>
        <a:p>
          <a:endParaRPr lang="en-US"/>
        </a:p>
      </dgm:t>
    </dgm:pt>
    <dgm:pt modelId="{49E36739-BF7F-460D-9E6C-5A1B4DA51281}" type="sibTrans" cxnId="{06819DF5-CE6A-4201-92F6-952FEEFDC6FB}">
      <dgm:prSet/>
      <dgm:spPr/>
      <dgm:t>
        <a:bodyPr/>
        <a:lstStyle/>
        <a:p>
          <a:endParaRPr lang="en-US"/>
        </a:p>
      </dgm:t>
    </dgm:pt>
    <dgm:pt modelId="{9B2C5352-8C0A-47EE-A641-27AD2697757A}" type="pres">
      <dgm:prSet presAssocID="{FEEDC2E5-4909-404C-B517-AE1F7E99A8E0}" presName="Name0" presStyleCnt="0">
        <dgm:presLayoutVars>
          <dgm:dir/>
          <dgm:animLvl val="lvl"/>
          <dgm:resizeHandles val="exact"/>
        </dgm:presLayoutVars>
      </dgm:prSet>
      <dgm:spPr/>
    </dgm:pt>
    <dgm:pt modelId="{E4FD8BC8-BAC6-49CE-B9E5-B7F05BD7BA6C}" type="pres">
      <dgm:prSet presAssocID="{5B0A5993-EB22-42E1-A343-0E7122AB0F89}" presName="linNode" presStyleCnt="0"/>
      <dgm:spPr/>
    </dgm:pt>
    <dgm:pt modelId="{44B9129F-FF75-46CA-8E5C-656ACABF4EFE}" type="pres">
      <dgm:prSet presAssocID="{5B0A5993-EB22-42E1-A343-0E7122AB0F89}" presName="parentText" presStyleLbl="node1" presStyleIdx="0" presStyleCnt="14">
        <dgm:presLayoutVars>
          <dgm:chMax val="1"/>
          <dgm:bulletEnabled val="1"/>
        </dgm:presLayoutVars>
      </dgm:prSet>
      <dgm:spPr/>
    </dgm:pt>
    <dgm:pt modelId="{F69F5703-58E6-46F3-B452-B96B63FA2E4A}" type="pres">
      <dgm:prSet presAssocID="{67EB50D1-D96B-4E23-BCA4-62C25FA0D1C7}" presName="sp" presStyleCnt="0"/>
      <dgm:spPr/>
    </dgm:pt>
    <dgm:pt modelId="{65E17DF6-CF03-4B2B-AB97-543F43481FCC}" type="pres">
      <dgm:prSet presAssocID="{76108BB1-C8BF-48A2-8ACC-DAE1A284AC22}" presName="linNode" presStyleCnt="0"/>
      <dgm:spPr/>
    </dgm:pt>
    <dgm:pt modelId="{C3ECED6C-1D1C-4531-94E1-46FBB7A9C6C1}" type="pres">
      <dgm:prSet presAssocID="{76108BB1-C8BF-48A2-8ACC-DAE1A284AC22}" presName="parentText" presStyleLbl="node1" presStyleIdx="1" presStyleCnt="14">
        <dgm:presLayoutVars>
          <dgm:chMax val="1"/>
          <dgm:bulletEnabled val="1"/>
        </dgm:presLayoutVars>
      </dgm:prSet>
      <dgm:spPr/>
    </dgm:pt>
    <dgm:pt modelId="{C4D18FEB-807D-47BC-AFF4-EB88EF092352}" type="pres">
      <dgm:prSet presAssocID="{B65C600A-1F2F-44B1-9DAB-385752EDE524}" presName="sp" presStyleCnt="0"/>
      <dgm:spPr/>
    </dgm:pt>
    <dgm:pt modelId="{AFFECCBE-B09A-4D4D-8A02-834F2241D057}" type="pres">
      <dgm:prSet presAssocID="{B471AE0D-A772-49F7-A99D-AFF5E5AC1170}" presName="linNode" presStyleCnt="0"/>
      <dgm:spPr/>
    </dgm:pt>
    <dgm:pt modelId="{7942CB51-0CA7-4606-AC84-CB7289F54911}" type="pres">
      <dgm:prSet presAssocID="{B471AE0D-A772-49F7-A99D-AFF5E5AC1170}" presName="parentText" presStyleLbl="node1" presStyleIdx="2" presStyleCnt="14">
        <dgm:presLayoutVars>
          <dgm:chMax val="1"/>
          <dgm:bulletEnabled val="1"/>
        </dgm:presLayoutVars>
      </dgm:prSet>
      <dgm:spPr/>
    </dgm:pt>
    <dgm:pt modelId="{F2A9CCFE-33A2-4A8F-B481-1F9743AF67BD}" type="pres">
      <dgm:prSet presAssocID="{C4D31C54-1339-4238-AB2C-0683F7FDE6CA}" presName="sp" presStyleCnt="0"/>
      <dgm:spPr/>
    </dgm:pt>
    <dgm:pt modelId="{01B05E3E-6C82-4FF3-A165-B07BF5E378D0}" type="pres">
      <dgm:prSet presAssocID="{752EE6D2-510B-447A-8A26-40257E50D251}" presName="linNode" presStyleCnt="0"/>
      <dgm:spPr/>
    </dgm:pt>
    <dgm:pt modelId="{B25F7914-955C-432E-89A9-0A19BD467ACC}" type="pres">
      <dgm:prSet presAssocID="{752EE6D2-510B-447A-8A26-40257E50D251}" presName="parentText" presStyleLbl="node1" presStyleIdx="3" presStyleCnt="14">
        <dgm:presLayoutVars>
          <dgm:chMax val="1"/>
          <dgm:bulletEnabled val="1"/>
        </dgm:presLayoutVars>
      </dgm:prSet>
      <dgm:spPr/>
    </dgm:pt>
    <dgm:pt modelId="{23892E68-BA4B-498B-9EC5-9B490B76EA3E}" type="pres">
      <dgm:prSet presAssocID="{FFF97E07-14B0-4E65-8150-763C86C52DCE}" presName="sp" presStyleCnt="0"/>
      <dgm:spPr/>
    </dgm:pt>
    <dgm:pt modelId="{FC826A85-C93B-4D4C-A3BF-1EAA11CA2DD7}" type="pres">
      <dgm:prSet presAssocID="{EDBB3066-A665-4633-AF54-F2783FEE7DA3}" presName="linNode" presStyleCnt="0"/>
      <dgm:spPr/>
    </dgm:pt>
    <dgm:pt modelId="{1F31CD2F-A22D-4D30-8810-5EEFF2797143}" type="pres">
      <dgm:prSet presAssocID="{EDBB3066-A665-4633-AF54-F2783FEE7DA3}" presName="parentText" presStyleLbl="node1" presStyleIdx="4" presStyleCnt="14">
        <dgm:presLayoutVars>
          <dgm:chMax val="1"/>
          <dgm:bulletEnabled val="1"/>
        </dgm:presLayoutVars>
      </dgm:prSet>
      <dgm:spPr/>
    </dgm:pt>
    <dgm:pt modelId="{36544729-6BD8-4574-B860-E45731178A7F}" type="pres">
      <dgm:prSet presAssocID="{3224992F-3873-4EE6-BA28-96087B19B7D1}" presName="sp" presStyleCnt="0"/>
      <dgm:spPr/>
    </dgm:pt>
    <dgm:pt modelId="{0B227906-FD34-4550-8B0A-B9F5BEDA690E}" type="pres">
      <dgm:prSet presAssocID="{1340A6A4-B049-4CB1-B583-F49A5FFEADE6}" presName="linNode" presStyleCnt="0"/>
      <dgm:spPr/>
    </dgm:pt>
    <dgm:pt modelId="{C7B84969-940B-4A66-BAF2-853ADF65917D}" type="pres">
      <dgm:prSet presAssocID="{1340A6A4-B049-4CB1-B583-F49A5FFEADE6}" presName="parentText" presStyleLbl="node1" presStyleIdx="5" presStyleCnt="14">
        <dgm:presLayoutVars>
          <dgm:chMax val="1"/>
          <dgm:bulletEnabled val="1"/>
        </dgm:presLayoutVars>
      </dgm:prSet>
      <dgm:spPr/>
    </dgm:pt>
    <dgm:pt modelId="{3A88165D-9779-480B-86F7-895B25010502}" type="pres">
      <dgm:prSet presAssocID="{7DD1A0BC-4D9D-4B81-BF9E-577E8E144A35}" presName="sp" presStyleCnt="0"/>
      <dgm:spPr/>
    </dgm:pt>
    <dgm:pt modelId="{CDD0CD2B-C95B-483A-B16A-C95210D6303D}" type="pres">
      <dgm:prSet presAssocID="{23C21A2B-834D-4862-BE7D-EBD408194559}" presName="linNode" presStyleCnt="0"/>
      <dgm:spPr/>
    </dgm:pt>
    <dgm:pt modelId="{28E7A710-40EA-4031-9DB4-99EA20DA1474}" type="pres">
      <dgm:prSet presAssocID="{23C21A2B-834D-4862-BE7D-EBD408194559}" presName="parentText" presStyleLbl="node1" presStyleIdx="6" presStyleCnt="14">
        <dgm:presLayoutVars>
          <dgm:chMax val="1"/>
          <dgm:bulletEnabled val="1"/>
        </dgm:presLayoutVars>
      </dgm:prSet>
      <dgm:spPr/>
    </dgm:pt>
    <dgm:pt modelId="{BBCE58CF-B5B9-4CF0-9027-470B275A3B9C}" type="pres">
      <dgm:prSet presAssocID="{55BE3A4D-E253-4F40-B5C4-C0F46A353B29}" presName="sp" presStyleCnt="0"/>
      <dgm:spPr/>
    </dgm:pt>
    <dgm:pt modelId="{98EE0BFC-9CA4-469C-8FE5-92942B948631}" type="pres">
      <dgm:prSet presAssocID="{AA10AEDD-3145-4B0C-BD3D-DCF5CAC28CB5}" presName="linNode" presStyleCnt="0"/>
      <dgm:spPr/>
    </dgm:pt>
    <dgm:pt modelId="{087C800A-34CF-463A-AA6C-72C2F171D4EA}" type="pres">
      <dgm:prSet presAssocID="{AA10AEDD-3145-4B0C-BD3D-DCF5CAC28CB5}" presName="parentText" presStyleLbl="node1" presStyleIdx="7" presStyleCnt="14">
        <dgm:presLayoutVars>
          <dgm:chMax val="1"/>
          <dgm:bulletEnabled val="1"/>
        </dgm:presLayoutVars>
      </dgm:prSet>
      <dgm:spPr/>
    </dgm:pt>
    <dgm:pt modelId="{0269A388-02E7-49C5-ADCB-B4148573AC81}" type="pres">
      <dgm:prSet presAssocID="{30D798FB-E71A-4490-9A3F-E52FB223B963}" presName="sp" presStyleCnt="0"/>
      <dgm:spPr/>
    </dgm:pt>
    <dgm:pt modelId="{8A641714-AA13-437E-9958-FE6D4568B0A2}" type="pres">
      <dgm:prSet presAssocID="{5D84BE39-D778-4B3D-B40E-1DA660B64314}" presName="linNode" presStyleCnt="0"/>
      <dgm:spPr/>
    </dgm:pt>
    <dgm:pt modelId="{D15492F8-5050-4464-BC0F-C0AE7E5A8268}" type="pres">
      <dgm:prSet presAssocID="{5D84BE39-D778-4B3D-B40E-1DA660B64314}" presName="parentText" presStyleLbl="node1" presStyleIdx="8" presStyleCnt="14">
        <dgm:presLayoutVars>
          <dgm:chMax val="1"/>
          <dgm:bulletEnabled val="1"/>
        </dgm:presLayoutVars>
      </dgm:prSet>
      <dgm:spPr/>
    </dgm:pt>
    <dgm:pt modelId="{2D20C32D-C5C2-4230-8BB1-FA39421D6E50}" type="pres">
      <dgm:prSet presAssocID="{1BB308C3-3F9E-47EA-940D-E3FD612CF24E}" presName="sp" presStyleCnt="0"/>
      <dgm:spPr/>
    </dgm:pt>
    <dgm:pt modelId="{0E4DFFDD-C01F-456A-9776-E46792E2C1A3}" type="pres">
      <dgm:prSet presAssocID="{24161A3F-CE0A-4B8A-8A64-F30213144D92}" presName="linNode" presStyleCnt="0"/>
      <dgm:spPr/>
    </dgm:pt>
    <dgm:pt modelId="{840D285B-4A88-4A29-8D83-1DDC2843A16A}" type="pres">
      <dgm:prSet presAssocID="{24161A3F-CE0A-4B8A-8A64-F30213144D92}" presName="parentText" presStyleLbl="node1" presStyleIdx="9" presStyleCnt="14">
        <dgm:presLayoutVars>
          <dgm:chMax val="1"/>
          <dgm:bulletEnabled val="1"/>
        </dgm:presLayoutVars>
      </dgm:prSet>
      <dgm:spPr/>
    </dgm:pt>
    <dgm:pt modelId="{A3C6B54F-995D-4620-A25C-0D1E79D4A4A9}" type="pres">
      <dgm:prSet presAssocID="{9E419939-4CC2-4319-BB49-5505397D384D}" presName="sp" presStyleCnt="0"/>
      <dgm:spPr/>
    </dgm:pt>
    <dgm:pt modelId="{96685B45-D399-4D60-A4A8-9FD44A7B4AB1}" type="pres">
      <dgm:prSet presAssocID="{7C14373C-9EA3-49DF-9E97-7FD58ED6838B}" presName="linNode" presStyleCnt="0"/>
      <dgm:spPr/>
    </dgm:pt>
    <dgm:pt modelId="{4A0C4C99-B397-4399-950A-706D39B66F39}" type="pres">
      <dgm:prSet presAssocID="{7C14373C-9EA3-49DF-9E97-7FD58ED6838B}" presName="parentText" presStyleLbl="node1" presStyleIdx="10" presStyleCnt="14">
        <dgm:presLayoutVars>
          <dgm:chMax val="1"/>
          <dgm:bulletEnabled val="1"/>
        </dgm:presLayoutVars>
      </dgm:prSet>
      <dgm:spPr/>
    </dgm:pt>
    <dgm:pt modelId="{8627968D-64B4-4D49-AFEC-EB167FBDBA00}" type="pres">
      <dgm:prSet presAssocID="{A7E26372-E24A-45E1-B760-4FFC853F09DF}" presName="sp" presStyleCnt="0"/>
      <dgm:spPr/>
    </dgm:pt>
    <dgm:pt modelId="{270CFB15-F03C-4521-8B2A-0BEC6C0E8FE6}" type="pres">
      <dgm:prSet presAssocID="{1682E76B-0BE1-4C2C-8AE7-B135BB9B971A}" presName="linNode" presStyleCnt="0"/>
      <dgm:spPr/>
    </dgm:pt>
    <dgm:pt modelId="{2DFC40FC-3854-4F00-8282-72DFA69A825E}" type="pres">
      <dgm:prSet presAssocID="{1682E76B-0BE1-4C2C-8AE7-B135BB9B971A}" presName="parentText" presStyleLbl="node1" presStyleIdx="11" presStyleCnt="14">
        <dgm:presLayoutVars>
          <dgm:chMax val="1"/>
          <dgm:bulletEnabled val="1"/>
        </dgm:presLayoutVars>
      </dgm:prSet>
      <dgm:spPr/>
    </dgm:pt>
    <dgm:pt modelId="{F0FBD9BF-46A0-45CC-A9F1-A1601ED67D3C}" type="pres">
      <dgm:prSet presAssocID="{5D0A933B-E92D-4D66-837A-4D0D3E2B0358}" presName="sp" presStyleCnt="0"/>
      <dgm:spPr/>
    </dgm:pt>
    <dgm:pt modelId="{A0C09801-A7C3-4C74-9E4B-9DBEE43CDFAE}" type="pres">
      <dgm:prSet presAssocID="{2967364D-0AA9-442D-89CB-6FC1E1F71DF2}" presName="linNode" presStyleCnt="0"/>
      <dgm:spPr/>
    </dgm:pt>
    <dgm:pt modelId="{92E3DFC8-0F71-48E2-97DC-0204BB2F8BA0}" type="pres">
      <dgm:prSet presAssocID="{2967364D-0AA9-442D-89CB-6FC1E1F71DF2}" presName="parentText" presStyleLbl="node1" presStyleIdx="12" presStyleCnt="14">
        <dgm:presLayoutVars>
          <dgm:chMax val="1"/>
          <dgm:bulletEnabled val="1"/>
        </dgm:presLayoutVars>
      </dgm:prSet>
      <dgm:spPr/>
    </dgm:pt>
    <dgm:pt modelId="{B02B963E-9D40-49B0-920E-BED58EF65497}" type="pres">
      <dgm:prSet presAssocID="{18C2E03A-02E0-42DA-AF32-BE86799F6299}" presName="sp" presStyleCnt="0"/>
      <dgm:spPr/>
    </dgm:pt>
    <dgm:pt modelId="{901864F2-9395-490F-BC81-5DFE81DF444E}" type="pres">
      <dgm:prSet presAssocID="{C3545B5B-63BC-4071-9273-93A1A08938C6}" presName="linNode" presStyleCnt="0"/>
      <dgm:spPr/>
    </dgm:pt>
    <dgm:pt modelId="{59BC6274-AC04-40B0-A3E7-F536B9C61894}" type="pres">
      <dgm:prSet presAssocID="{C3545B5B-63BC-4071-9273-93A1A08938C6}" presName="parentText" presStyleLbl="node1" presStyleIdx="13" presStyleCnt="14">
        <dgm:presLayoutVars>
          <dgm:chMax val="1"/>
          <dgm:bulletEnabled val="1"/>
        </dgm:presLayoutVars>
      </dgm:prSet>
      <dgm:spPr/>
    </dgm:pt>
  </dgm:ptLst>
  <dgm:cxnLst>
    <dgm:cxn modelId="{2F9FBC01-7E36-4543-8955-C855546C9E2F}" srcId="{FEEDC2E5-4909-404C-B517-AE1F7E99A8E0}" destId="{2967364D-0AA9-442D-89CB-6FC1E1F71DF2}" srcOrd="12" destOrd="0" parTransId="{C97A280D-7EE7-45B5-BA7C-E0C8D5A436CA}" sibTransId="{18C2E03A-02E0-42DA-AF32-BE86799F6299}"/>
    <dgm:cxn modelId="{E0116417-CDA4-4E19-BF84-E2952888886D}" type="presOf" srcId="{752EE6D2-510B-447A-8A26-40257E50D251}" destId="{B25F7914-955C-432E-89A9-0A19BD467ACC}" srcOrd="0" destOrd="0" presId="urn:microsoft.com/office/officeart/2005/8/layout/vList5"/>
    <dgm:cxn modelId="{240B8818-4207-4A60-B5BB-765A83D68EBF}" srcId="{FEEDC2E5-4909-404C-B517-AE1F7E99A8E0}" destId="{AA10AEDD-3145-4B0C-BD3D-DCF5CAC28CB5}" srcOrd="7" destOrd="0" parTransId="{D3FCE831-C35B-4EB3-9554-00C0312979EC}" sibTransId="{30D798FB-E71A-4490-9A3F-E52FB223B963}"/>
    <dgm:cxn modelId="{46886331-9864-4134-BBCB-94FC48C01D93}" srcId="{FEEDC2E5-4909-404C-B517-AE1F7E99A8E0}" destId="{24161A3F-CE0A-4B8A-8A64-F30213144D92}" srcOrd="9" destOrd="0" parTransId="{08916453-5624-4218-A2D5-ED496AE914E2}" sibTransId="{9E419939-4CC2-4319-BB49-5505397D384D}"/>
    <dgm:cxn modelId="{28DC195E-865A-4B4C-8777-2C734503320B}" srcId="{FEEDC2E5-4909-404C-B517-AE1F7E99A8E0}" destId="{1340A6A4-B049-4CB1-B583-F49A5FFEADE6}" srcOrd="5" destOrd="0" parTransId="{452AAF2B-D730-461E-BF0E-6509E4EA1F4A}" sibTransId="{7DD1A0BC-4D9D-4B81-BF9E-577E8E144A35}"/>
    <dgm:cxn modelId="{9721E160-1573-4D7C-B38A-91730BE47300}" type="presOf" srcId="{AA10AEDD-3145-4B0C-BD3D-DCF5CAC28CB5}" destId="{087C800A-34CF-463A-AA6C-72C2F171D4EA}" srcOrd="0" destOrd="0" presId="urn:microsoft.com/office/officeart/2005/8/layout/vList5"/>
    <dgm:cxn modelId="{8FE6D041-FEAA-44D6-BBF1-31338C5E87C7}" type="presOf" srcId="{1340A6A4-B049-4CB1-B583-F49A5FFEADE6}" destId="{C7B84969-940B-4A66-BAF2-853ADF65917D}" srcOrd="0" destOrd="0" presId="urn:microsoft.com/office/officeart/2005/8/layout/vList5"/>
    <dgm:cxn modelId="{AAA8DD42-A670-4D94-B95A-93DC5E8551FA}" srcId="{FEEDC2E5-4909-404C-B517-AE1F7E99A8E0}" destId="{76108BB1-C8BF-48A2-8ACC-DAE1A284AC22}" srcOrd="1" destOrd="0" parTransId="{3EECBA14-59A3-4979-A913-570F617FEE39}" sibTransId="{B65C600A-1F2F-44B1-9DAB-385752EDE524}"/>
    <dgm:cxn modelId="{A72D216C-27F3-41AF-A88F-1C191F949D45}" srcId="{FEEDC2E5-4909-404C-B517-AE1F7E99A8E0}" destId="{7C14373C-9EA3-49DF-9E97-7FD58ED6838B}" srcOrd="10" destOrd="0" parTransId="{29325ABB-036C-4475-B315-8CCC962DDD02}" sibTransId="{A7E26372-E24A-45E1-B760-4FFC853F09DF}"/>
    <dgm:cxn modelId="{9956D54C-7F6C-4BAA-A26C-960AA01971A1}" srcId="{FEEDC2E5-4909-404C-B517-AE1F7E99A8E0}" destId="{23C21A2B-834D-4862-BE7D-EBD408194559}" srcOrd="6" destOrd="0" parTransId="{2351B474-2093-4CDB-BE85-B7E8DCFB4025}" sibTransId="{55BE3A4D-E253-4F40-B5C4-C0F46A353B29}"/>
    <dgm:cxn modelId="{0021F46D-1159-47FF-8869-6A5487EB4D08}" srcId="{FEEDC2E5-4909-404C-B517-AE1F7E99A8E0}" destId="{5D84BE39-D778-4B3D-B40E-1DA660B64314}" srcOrd="8" destOrd="0" parTransId="{5497411B-9A8A-42E1-A9BE-B45EBFADA46E}" sibTransId="{1BB308C3-3F9E-47EA-940D-E3FD612CF24E}"/>
    <dgm:cxn modelId="{61C36471-0D7F-4FF4-9954-39ADB0C12C6F}" type="presOf" srcId="{76108BB1-C8BF-48A2-8ACC-DAE1A284AC22}" destId="{C3ECED6C-1D1C-4531-94E1-46FBB7A9C6C1}" srcOrd="0" destOrd="0" presId="urn:microsoft.com/office/officeart/2005/8/layout/vList5"/>
    <dgm:cxn modelId="{BAE50376-3DF7-431B-8B81-2CB14C70D48E}" type="presOf" srcId="{1682E76B-0BE1-4C2C-8AE7-B135BB9B971A}" destId="{2DFC40FC-3854-4F00-8282-72DFA69A825E}" srcOrd="0" destOrd="0" presId="urn:microsoft.com/office/officeart/2005/8/layout/vList5"/>
    <dgm:cxn modelId="{E1340B56-A3EE-403F-8E40-C800ACF8C772}" srcId="{FEEDC2E5-4909-404C-B517-AE1F7E99A8E0}" destId="{752EE6D2-510B-447A-8A26-40257E50D251}" srcOrd="3" destOrd="0" parTransId="{33A8193D-DE6D-4B8E-8EF7-FDDE3333A471}" sibTransId="{FFF97E07-14B0-4E65-8150-763C86C52DCE}"/>
    <dgm:cxn modelId="{017F377B-556A-4C59-8A8F-54387CEFCD13}" type="presOf" srcId="{EDBB3066-A665-4633-AF54-F2783FEE7DA3}" destId="{1F31CD2F-A22D-4D30-8810-5EEFF2797143}" srcOrd="0" destOrd="0" presId="urn:microsoft.com/office/officeart/2005/8/layout/vList5"/>
    <dgm:cxn modelId="{5CE1D180-0F23-425D-B933-4E0E7E6DAEE1}" srcId="{FEEDC2E5-4909-404C-B517-AE1F7E99A8E0}" destId="{5B0A5993-EB22-42E1-A343-0E7122AB0F89}" srcOrd="0" destOrd="0" parTransId="{35CA97A1-98AE-49FA-9118-1F901AA4B1A6}" sibTransId="{67EB50D1-D96B-4E23-BCA4-62C25FA0D1C7}"/>
    <dgm:cxn modelId="{A042EF82-5521-4CB2-8514-9F196DAC9437}" srcId="{FEEDC2E5-4909-404C-B517-AE1F7E99A8E0}" destId="{B471AE0D-A772-49F7-A99D-AFF5E5AC1170}" srcOrd="2" destOrd="0" parTransId="{54055145-A03F-40AF-96E5-68A09547BBF9}" sibTransId="{C4D31C54-1339-4238-AB2C-0683F7FDE6CA}"/>
    <dgm:cxn modelId="{E567C08E-4E48-466E-BC9C-D983A74620AD}" type="presOf" srcId="{5B0A5993-EB22-42E1-A343-0E7122AB0F89}" destId="{44B9129F-FF75-46CA-8E5C-656ACABF4EFE}" srcOrd="0" destOrd="0" presId="urn:microsoft.com/office/officeart/2005/8/layout/vList5"/>
    <dgm:cxn modelId="{20E67993-9E8F-4FDD-9CBD-E661C2B5419E}" type="presOf" srcId="{7C14373C-9EA3-49DF-9E97-7FD58ED6838B}" destId="{4A0C4C99-B397-4399-950A-706D39B66F39}" srcOrd="0" destOrd="0" presId="urn:microsoft.com/office/officeart/2005/8/layout/vList5"/>
    <dgm:cxn modelId="{E7C4AB9F-ED69-4B72-AC5A-C438168E78BF}" type="presOf" srcId="{23C21A2B-834D-4862-BE7D-EBD408194559}" destId="{28E7A710-40EA-4031-9DB4-99EA20DA1474}" srcOrd="0" destOrd="0" presId="urn:microsoft.com/office/officeart/2005/8/layout/vList5"/>
    <dgm:cxn modelId="{407D54A5-8C3F-4CDA-9ACF-26210BC86A3A}" type="presOf" srcId="{5D84BE39-D778-4B3D-B40E-1DA660B64314}" destId="{D15492F8-5050-4464-BC0F-C0AE7E5A8268}" srcOrd="0" destOrd="0" presId="urn:microsoft.com/office/officeart/2005/8/layout/vList5"/>
    <dgm:cxn modelId="{DFF9C4BE-DAE0-4D4D-B09E-4DB5B8D74E03}" srcId="{FEEDC2E5-4909-404C-B517-AE1F7E99A8E0}" destId="{EDBB3066-A665-4633-AF54-F2783FEE7DA3}" srcOrd="4" destOrd="0" parTransId="{C4FDA617-1C99-465B-AF6C-B27C19141081}" sibTransId="{3224992F-3873-4EE6-BA28-96087B19B7D1}"/>
    <dgm:cxn modelId="{A0101AC8-67AD-4E34-B637-1AE00AC3FB27}" type="presOf" srcId="{24161A3F-CE0A-4B8A-8A64-F30213144D92}" destId="{840D285B-4A88-4A29-8D83-1DDC2843A16A}" srcOrd="0" destOrd="0" presId="urn:microsoft.com/office/officeart/2005/8/layout/vList5"/>
    <dgm:cxn modelId="{BB3736C9-5CAC-4FF9-B17A-D834B737847C}" type="presOf" srcId="{FEEDC2E5-4909-404C-B517-AE1F7E99A8E0}" destId="{9B2C5352-8C0A-47EE-A641-27AD2697757A}" srcOrd="0" destOrd="0" presId="urn:microsoft.com/office/officeart/2005/8/layout/vList5"/>
    <dgm:cxn modelId="{AF7FB5CB-CD2C-4D8A-95D6-A3BF464BBECE}" type="presOf" srcId="{B471AE0D-A772-49F7-A99D-AFF5E5AC1170}" destId="{7942CB51-0CA7-4606-AC84-CB7289F54911}" srcOrd="0" destOrd="0" presId="urn:microsoft.com/office/officeart/2005/8/layout/vList5"/>
    <dgm:cxn modelId="{D98399DD-FE72-4484-AD66-56417B26A75C}" type="presOf" srcId="{2967364D-0AA9-442D-89CB-6FC1E1F71DF2}" destId="{92E3DFC8-0F71-48E2-97DC-0204BB2F8BA0}" srcOrd="0" destOrd="0" presId="urn:microsoft.com/office/officeart/2005/8/layout/vList5"/>
    <dgm:cxn modelId="{C76E73F3-01AF-48BC-9E51-CF1DB4EC3598}" srcId="{FEEDC2E5-4909-404C-B517-AE1F7E99A8E0}" destId="{1682E76B-0BE1-4C2C-8AE7-B135BB9B971A}" srcOrd="11" destOrd="0" parTransId="{31C0515E-4801-4887-A945-B4A98A611C11}" sibTransId="{5D0A933B-E92D-4D66-837A-4D0D3E2B0358}"/>
    <dgm:cxn modelId="{06819DF5-CE6A-4201-92F6-952FEEFDC6FB}" srcId="{FEEDC2E5-4909-404C-B517-AE1F7E99A8E0}" destId="{C3545B5B-63BC-4071-9273-93A1A08938C6}" srcOrd="13" destOrd="0" parTransId="{9A56B82C-8735-401A-8EE9-742D3695903C}" sibTransId="{49E36739-BF7F-460D-9E6C-5A1B4DA51281}"/>
    <dgm:cxn modelId="{6A8B5DFE-9A83-4CD0-96F3-ACF9C4A967BF}" type="presOf" srcId="{C3545B5B-63BC-4071-9273-93A1A08938C6}" destId="{59BC6274-AC04-40B0-A3E7-F536B9C61894}" srcOrd="0" destOrd="0" presId="urn:microsoft.com/office/officeart/2005/8/layout/vList5"/>
    <dgm:cxn modelId="{FAD27F50-38AD-4BF5-9C2B-7947B740C0AF}" type="presParOf" srcId="{9B2C5352-8C0A-47EE-A641-27AD2697757A}" destId="{E4FD8BC8-BAC6-49CE-B9E5-B7F05BD7BA6C}" srcOrd="0" destOrd="0" presId="urn:microsoft.com/office/officeart/2005/8/layout/vList5"/>
    <dgm:cxn modelId="{CCB04699-D45B-4594-81A6-43C66780B155}" type="presParOf" srcId="{E4FD8BC8-BAC6-49CE-B9E5-B7F05BD7BA6C}" destId="{44B9129F-FF75-46CA-8E5C-656ACABF4EFE}" srcOrd="0" destOrd="0" presId="urn:microsoft.com/office/officeart/2005/8/layout/vList5"/>
    <dgm:cxn modelId="{2A4EE065-2F10-4EE7-AF61-533EB668C0D4}" type="presParOf" srcId="{9B2C5352-8C0A-47EE-A641-27AD2697757A}" destId="{F69F5703-58E6-46F3-B452-B96B63FA2E4A}" srcOrd="1" destOrd="0" presId="urn:microsoft.com/office/officeart/2005/8/layout/vList5"/>
    <dgm:cxn modelId="{198B3A62-D5D9-48E8-8D9C-C950974EE255}" type="presParOf" srcId="{9B2C5352-8C0A-47EE-A641-27AD2697757A}" destId="{65E17DF6-CF03-4B2B-AB97-543F43481FCC}" srcOrd="2" destOrd="0" presId="urn:microsoft.com/office/officeart/2005/8/layout/vList5"/>
    <dgm:cxn modelId="{ADDE65E6-2E5A-49D1-A081-9E9E97C1CFB2}" type="presParOf" srcId="{65E17DF6-CF03-4B2B-AB97-543F43481FCC}" destId="{C3ECED6C-1D1C-4531-94E1-46FBB7A9C6C1}" srcOrd="0" destOrd="0" presId="urn:microsoft.com/office/officeart/2005/8/layout/vList5"/>
    <dgm:cxn modelId="{99EADB6D-454D-4E61-A612-B7A308C46F69}" type="presParOf" srcId="{9B2C5352-8C0A-47EE-A641-27AD2697757A}" destId="{C4D18FEB-807D-47BC-AFF4-EB88EF092352}" srcOrd="3" destOrd="0" presId="urn:microsoft.com/office/officeart/2005/8/layout/vList5"/>
    <dgm:cxn modelId="{488000CC-F0A6-4747-AD0C-3DB55686E818}" type="presParOf" srcId="{9B2C5352-8C0A-47EE-A641-27AD2697757A}" destId="{AFFECCBE-B09A-4D4D-8A02-834F2241D057}" srcOrd="4" destOrd="0" presId="urn:microsoft.com/office/officeart/2005/8/layout/vList5"/>
    <dgm:cxn modelId="{90987C6D-4B3A-4CE3-B9E3-3FDBC17C3DE1}" type="presParOf" srcId="{AFFECCBE-B09A-4D4D-8A02-834F2241D057}" destId="{7942CB51-0CA7-4606-AC84-CB7289F54911}" srcOrd="0" destOrd="0" presId="urn:microsoft.com/office/officeart/2005/8/layout/vList5"/>
    <dgm:cxn modelId="{3469CBCD-198D-442F-B94C-258EB3A9A24F}" type="presParOf" srcId="{9B2C5352-8C0A-47EE-A641-27AD2697757A}" destId="{F2A9CCFE-33A2-4A8F-B481-1F9743AF67BD}" srcOrd="5" destOrd="0" presId="urn:microsoft.com/office/officeart/2005/8/layout/vList5"/>
    <dgm:cxn modelId="{6E2D594D-24B1-4D1B-BF98-4A591260B166}" type="presParOf" srcId="{9B2C5352-8C0A-47EE-A641-27AD2697757A}" destId="{01B05E3E-6C82-4FF3-A165-B07BF5E378D0}" srcOrd="6" destOrd="0" presId="urn:microsoft.com/office/officeart/2005/8/layout/vList5"/>
    <dgm:cxn modelId="{B7789089-43D8-41AA-B791-891DC70B9E99}" type="presParOf" srcId="{01B05E3E-6C82-4FF3-A165-B07BF5E378D0}" destId="{B25F7914-955C-432E-89A9-0A19BD467ACC}" srcOrd="0" destOrd="0" presId="urn:microsoft.com/office/officeart/2005/8/layout/vList5"/>
    <dgm:cxn modelId="{579D0D6B-906D-436F-B598-737B2430B386}" type="presParOf" srcId="{9B2C5352-8C0A-47EE-A641-27AD2697757A}" destId="{23892E68-BA4B-498B-9EC5-9B490B76EA3E}" srcOrd="7" destOrd="0" presId="urn:microsoft.com/office/officeart/2005/8/layout/vList5"/>
    <dgm:cxn modelId="{D7753C3C-B062-4E08-B246-6D43ADA8B4EF}" type="presParOf" srcId="{9B2C5352-8C0A-47EE-A641-27AD2697757A}" destId="{FC826A85-C93B-4D4C-A3BF-1EAA11CA2DD7}" srcOrd="8" destOrd="0" presId="urn:microsoft.com/office/officeart/2005/8/layout/vList5"/>
    <dgm:cxn modelId="{68F0C7E0-42E9-4E0E-89C5-4FCB5E161433}" type="presParOf" srcId="{FC826A85-C93B-4D4C-A3BF-1EAA11CA2DD7}" destId="{1F31CD2F-A22D-4D30-8810-5EEFF2797143}" srcOrd="0" destOrd="0" presId="urn:microsoft.com/office/officeart/2005/8/layout/vList5"/>
    <dgm:cxn modelId="{8D0F8F8A-2C0A-4186-BBDD-9D2073CFF1A2}" type="presParOf" srcId="{9B2C5352-8C0A-47EE-A641-27AD2697757A}" destId="{36544729-6BD8-4574-B860-E45731178A7F}" srcOrd="9" destOrd="0" presId="urn:microsoft.com/office/officeart/2005/8/layout/vList5"/>
    <dgm:cxn modelId="{DB8137D4-0677-44BA-8337-709478002398}" type="presParOf" srcId="{9B2C5352-8C0A-47EE-A641-27AD2697757A}" destId="{0B227906-FD34-4550-8B0A-B9F5BEDA690E}" srcOrd="10" destOrd="0" presId="urn:microsoft.com/office/officeart/2005/8/layout/vList5"/>
    <dgm:cxn modelId="{1777B0BF-F393-4714-874F-4392D39FD35B}" type="presParOf" srcId="{0B227906-FD34-4550-8B0A-B9F5BEDA690E}" destId="{C7B84969-940B-4A66-BAF2-853ADF65917D}" srcOrd="0" destOrd="0" presId="urn:microsoft.com/office/officeart/2005/8/layout/vList5"/>
    <dgm:cxn modelId="{88226F5C-7538-400E-BF82-6B4024B733AE}" type="presParOf" srcId="{9B2C5352-8C0A-47EE-A641-27AD2697757A}" destId="{3A88165D-9779-480B-86F7-895B25010502}" srcOrd="11" destOrd="0" presId="urn:microsoft.com/office/officeart/2005/8/layout/vList5"/>
    <dgm:cxn modelId="{04BCC554-EFB1-4325-8338-8DCBFE7E5E8E}" type="presParOf" srcId="{9B2C5352-8C0A-47EE-A641-27AD2697757A}" destId="{CDD0CD2B-C95B-483A-B16A-C95210D6303D}" srcOrd="12" destOrd="0" presId="urn:microsoft.com/office/officeart/2005/8/layout/vList5"/>
    <dgm:cxn modelId="{7FCCA663-DB9E-4B2E-9677-F8468894AFAD}" type="presParOf" srcId="{CDD0CD2B-C95B-483A-B16A-C95210D6303D}" destId="{28E7A710-40EA-4031-9DB4-99EA20DA1474}" srcOrd="0" destOrd="0" presId="urn:microsoft.com/office/officeart/2005/8/layout/vList5"/>
    <dgm:cxn modelId="{A8FAC6A9-BD69-4993-ABB0-FE65179AE017}" type="presParOf" srcId="{9B2C5352-8C0A-47EE-A641-27AD2697757A}" destId="{BBCE58CF-B5B9-4CF0-9027-470B275A3B9C}" srcOrd="13" destOrd="0" presId="urn:microsoft.com/office/officeart/2005/8/layout/vList5"/>
    <dgm:cxn modelId="{616AEB61-41AA-4140-96AB-4B1BCE3724C5}" type="presParOf" srcId="{9B2C5352-8C0A-47EE-A641-27AD2697757A}" destId="{98EE0BFC-9CA4-469C-8FE5-92942B948631}" srcOrd="14" destOrd="0" presId="urn:microsoft.com/office/officeart/2005/8/layout/vList5"/>
    <dgm:cxn modelId="{D258484A-9E79-40B2-8ED2-DA5946FB24E8}" type="presParOf" srcId="{98EE0BFC-9CA4-469C-8FE5-92942B948631}" destId="{087C800A-34CF-463A-AA6C-72C2F171D4EA}" srcOrd="0" destOrd="0" presId="urn:microsoft.com/office/officeart/2005/8/layout/vList5"/>
    <dgm:cxn modelId="{89E08B0C-49F8-4656-A8C3-D7FB69185E67}" type="presParOf" srcId="{9B2C5352-8C0A-47EE-A641-27AD2697757A}" destId="{0269A388-02E7-49C5-ADCB-B4148573AC81}" srcOrd="15" destOrd="0" presId="urn:microsoft.com/office/officeart/2005/8/layout/vList5"/>
    <dgm:cxn modelId="{10847CA5-A93D-463B-934E-7F6D9C86A3C3}" type="presParOf" srcId="{9B2C5352-8C0A-47EE-A641-27AD2697757A}" destId="{8A641714-AA13-437E-9958-FE6D4568B0A2}" srcOrd="16" destOrd="0" presId="urn:microsoft.com/office/officeart/2005/8/layout/vList5"/>
    <dgm:cxn modelId="{7263B186-2BCD-43F8-981A-A9E2307405C4}" type="presParOf" srcId="{8A641714-AA13-437E-9958-FE6D4568B0A2}" destId="{D15492F8-5050-4464-BC0F-C0AE7E5A8268}" srcOrd="0" destOrd="0" presId="urn:microsoft.com/office/officeart/2005/8/layout/vList5"/>
    <dgm:cxn modelId="{BB6B3020-C290-4E98-895E-7494954CF464}" type="presParOf" srcId="{9B2C5352-8C0A-47EE-A641-27AD2697757A}" destId="{2D20C32D-C5C2-4230-8BB1-FA39421D6E50}" srcOrd="17" destOrd="0" presId="urn:microsoft.com/office/officeart/2005/8/layout/vList5"/>
    <dgm:cxn modelId="{720EE1D4-2267-41EA-A926-2BFA9145FA72}" type="presParOf" srcId="{9B2C5352-8C0A-47EE-A641-27AD2697757A}" destId="{0E4DFFDD-C01F-456A-9776-E46792E2C1A3}" srcOrd="18" destOrd="0" presId="urn:microsoft.com/office/officeart/2005/8/layout/vList5"/>
    <dgm:cxn modelId="{564D698E-0D31-412A-945D-42F603FAD049}" type="presParOf" srcId="{0E4DFFDD-C01F-456A-9776-E46792E2C1A3}" destId="{840D285B-4A88-4A29-8D83-1DDC2843A16A}" srcOrd="0" destOrd="0" presId="urn:microsoft.com/office/officeart/2005/8/layout/vList5"/>
    <dgm:cxn modelId="{636C219C-6800-4F2D-B538-201E93D79A52}" type="presParOf" srcId="{9B2C5352-8C0A-47EE-A641-27AD2697757A}" destId="{A3C6B54F-995D-4620-A25C-0D1E79D4A4A9}" srcOrd="19" destOrd="0" presId="urn:microsoft.com/office/officeart/2005/8/layout/vList5"/>
    <dgm:cxn modelId="{2005C2A6-59B6-4AFE-B5D6-701A78672978}" type="presParOf" srcId="{9B2C5352-8C0A-47EE-A641-27AD2697757A}" destId="{96685B45-D399-4D60-A4A8-9FD44A7B4AB1}" srcOrd="20" destOrd="0" presId="urn:microsoft.com/office/officeart/2005/8/layout/vList5"/>
    <dgm:cxn modelId="{AF3753D3-A7DB-4366-8C4B-BAB71695A7CB}" type="presParOf" srcId="{96685B45-D399-4D60-A4A8-9FD44A7B4AB1}" destId="{4A0C4C99-B397-4399-950A-706D39B66F39}" srcOrd="0" destOrd="0" presId="urn:microsoft.com/office/officeart/2005/8/layout/vList5"/>
    <dgm:cxn modelId="{0BABADCC-7D50-489E-A579-6594F359D3CB}" type="presParOf" srcId="{9B2C5352-8C0A-47EE-A641-27AD2697757A}" destId="{8627968D-64B4-4D49-AFEC-EB167FBDBA00}" srcOrd="21" destOrd="0" presId="urn:microsoft.com/office/officeart/2005/8/layout/vList5"/>
    <dgm:cxn modelId="{2ED5F18A-DA9C-445C-9679-F09E4FFBA51B}" type="presParOf" srcId="{9B2C5352-8C0A-47EE-A641-27AD2697757A}" destId="{270CFB15-F03C-4521-8B2A-0BEC6C0E8FE6}" srcOrd="22" destOrd="0" presId="urn:microsoft.com/office/officeart/2005/8/layout/vList5"/>
    <dgm:cxn modelId="{B5BC3AD5-F1C2-459E-9B65-1D037898DC64}" type="presParOf" srcId="{270CFB15-F03C-4521-8B2A-0BEC6C0E8FE6}" destId="{2DFC40FC-3854-4F00-8282-72DFA69A825E}" srcOrd="0" destOrd="0" presId="urn:microsoft.com/office/officeart/2005/8/layout/vList5"/>
    <dgm:cxn modelId="{30DE01B0-594B-4C13-A5B8-00F8DD9EFB10}" type="presParOf" srcId="{9B2C5352-8C0A-47EE-A641-27AD2697757A}" destId="{F0FBD9BF-46A0-45CC-A9F1-A1601ED67D3C}" srcOrd="23" destOrd="0" presId="urn:microsoft.com/office/officeart/2005/8/layout/vList5"/>
    <dgm:cxn modelId="{6E5A3CF7-0F2D-45B1-93E6-7D4C7580705A}" type="presParOf" srcId="{9B2C5352-8C0A-47EE-A641-27AD2697757A}" destId="{A0C09801-A7C3-4C74-9E4B-9DBEE43CDFAE}" srcOrd="24" destOrd="0" presId="urn:microsoft.com/office/officeart/2005/8/layout/vList5"/>
    <dgm:cxn modelId="{817094AE-A925-4F28-909B-68820D0760AD}" type="presParOf" srcId="{A0C09801-A7C3-4C74-9E4B-9DBEE43CDFAE}" destId="{92E3DFC8-0F71-48E2-97DC-0204BB2F8BA0}" srcOrd="0" destOrd="0" presId="urn:microsoft.com/office/officeart/2005/8/layout/vList5"/>
    <dgm:cxn modelId="{A4895FCF-BB19-4082-BB30-4E2D9F36B2B6}" type="presParOf" srcId="{9B2C5352-8C0A-47EE-A641-27AD2697757A}" destId="{B02B963E-9D40-49B0-920E-BED58EF65497}" srcOrd="25" destOrd="0" presId="urn:microsoft.com/office/officeart/2005/8/layout/vList5"/>
    <dgm:cxn modelId="{88EAB111-654C-4EEF-AA41-027DC3992182}" type="presParOf" srcId="{9B2C5352-8C0A-47EE-A641-27AD2697757A}" destId="{901864F2-9395-490F-BC81-5DFE81DF444E}" srcOrd="26" destOrd="0" presId="urn:microsoft.com/office/officeart/2005/8/layout/vList5"/>
    <dgm:cxn modelId="{2E106649-818D-4A62-A4CA-43E634B7BD82}" type="presParOf" srcId="{901864F2-9395-490F-BC81-5DFE81DF444E}" destId="{59BC6274-AC04-40B0-A3E7-F536B9C61894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D9B087B-9E5E-491F-8C0C-23FB571946FC}" type="doc">
      <dgm:prSet loTypeId="urn:microsoft.com/office/officeart/2008/layout/LinedList" loCatId="list" qsTypeId="urn:microsoft.com/office/officeart/2005/8/quickstyle/simple1#37" qsCatId="simple" csTypeId="urn:microsoft.com/office/officeart/2005/8/colors/accent1_2#24" csCatId="accent1" phldr="1"/>
      <dgm:spPr/>
      <dgm:t>
        <a:bodyPr/>
        <a:lstStyle/>
        <a:p>
          <a:endParaRPr lang="en-US"/>
        </a:p>
      </dgm:t>
    </dgm:pt>
    <dgm:pt modelId="{FF65F701-23E6-472A-B577-081F4835AFE5}">
      <dgm:prSet/>
      <dgm:spPr/>
      <dgm:t>
        <a:bodyPr/>
        <a:lstStyle/>
        <a:p>
          <a:r>
            <a:rPr lang="ru-RU" b="0" i="0" u="none" dirty="0"/>
            <a:t>мышь</a:t>
          </a:r>
          <a:r>
            <a:rPr lang="ru-RU" dirty="0"/>
            <a:t> — калька</a:t>
          </a:r>
          <a:endParaRPr lang="en-US" dirty="0"/>
        </a:p>
      </dgm:t>
    </dgm:pt>
    <dgm:pt modelId="{9EEE26EF-954F-432C-B30A-88E9BBBEE237}" type="parTrans" cxnId="{248F3440-64E4-4803-B89E-05F68AC77EEA}">
      <dgm:prSet/>
      <dgm:spPr/>
      <dgm:t>
        <a:bodyPr/>
        <a:lstStyle/>
        <a:p>
          <a:endParaRPr lang="en-US"/>
        </a:p>
      </dgm:t>
    </dgm:pt>
    <dgm:pt modelId="{BD9A60F4-A8E1-4AF0-A703-6314605AB61F}" type="sibTrans" cxnId="{248F3440-64E4-4803-B89E-05F68AC77EEA}">
      <dgm:prSet/>
      <dgm:spPr/>
      <dgm:t>
        <a:bodyPr/>
        <a:lstStyle/>
        <a:p>
          <a:endParaRPr lang="en-US"/>
        </a:p>
      </dgm:t>
    </dgm:pt>
    <dgm:pt modelId="{1FA33F00-D832-4E0E-8321-A34B853892A4}">
      <dgm:prSet/>
      <dgm:spPr/>
      <dgm:t>
        <a:bodyPr/>
        <a:lstStyle/>
        <a:p>
          <a:r>
            <a:rPr lang="ru-RU" b="0" i="0" u="none" dirty="0"/>
            <a:t>флешка</a:t>
          </a:r>
          <a:r>
            <a:rPr lang="ru-RU" dirty="0"/>
            <a:t> — полукалька</a:t>
          </a:r>
          <a:endParaRPr lang="en-US" dirty="0"/>
        </a:p>
      </dgm:t>
    </dgm:pt>
    <dgm:pt modelId="{F27AC2BA-C822-4BE7-A7EF-3465D00BC6A3}" type="parTrans" cxnId="{5A310C31-68AB-41BE-9404-B3501DA3E667}">
      <dgm:prSet/>
      <dgm:spPr/>
      <dgm:t>
        <a:bodyPr/>
        <a:lstStyle/>
        <a:p>
          <a:endParaRPr lang="en-US"/>
        </a:p>
      </dgm:t>
    </dgm:pt>
    <dgm:pt modelId="{67C315AE-8AC9-4C61-9050-A5F10160991E}" type="sibTrans" cxnId="{5A310C31-68AB-41BE-9404-B3501DA3E667}">
      <dgm:prSet/>
      <dgm:spPr/>
      <dgm:t>
        <a:bodyPr/>
        <a:lstStyle/>
        <a:p>
          <a:endParaRPr lang="en-US"/>
        </a:p>
      </dgm:t>
    </dgm:pt>
    <dgm:pt modelId="{4E9E2211-EC1D-4F9E-97D8-0244469FC0AF}">
      <dgm:prSet/>
      <dgm:spPr/>
      <dgm:t>
        <a:bodyPr/>
        <a:lstStyle/>
        <a:p>
          <a:r>
            <a:rPr lang="ru-RU" b="0" i="0" u="none" dirty="0"/>
            <a:t>гуглить</a:t>
          </a:r>
          <a:r>
            <a:rPr lang="ru-RU" dirty="0"/>
            <a:t> — полукалька</a:t>
          </a:r>
          <a:endParaRPr lang="en-US" dirty="0"/>
        </a:p>
      </dgm:t>
    </dgm:pt>
    <dgm:pt modelId="{1F678A52-6712-4428-B002-C40A7BCAEA97}" type="parTrans" cxnId="{67C86185-5158-479F-8EF3-78F61F5D3D3B}">
      <dgm:prSet/>
      <dgm:spPr/>
      <dgm:t>
        <a:bodyPr/>
        <a:lstStyle/>
        <a:p>
          <a:endParaRPr lang="en-US"/>
        </a:p>
      </dgm:t>
    </dgm:pt>
    <dgm:pt modelId="{49DF2883-C6D6-4466-9A93-EB163E995DC9}" type="sibTrans" cxnId="{67C86185-5158-479F-8EF3-78F61F5D3D3B}">
      <dgm:prSet/>
      <dgm:spPr/>
      <dgm:t>
        <a:bodyPr/>
        <a:lstStyle/>
        <a:p>
          <a:endParaRPr lang="en-US"/>
        </a:p>
      </dgm:t>
    </dgm:pt>
    <dgm:pt modelId="{BB3D9D3F-7F5A-4911-8DFA-127EC4244EB4}">
      <dgm:prSet/>
      <dgm:spPr/>
      <dgm:t>
        <a:bodyPr/>
        <a:lstStyle/>
        <a:p>
          <a:r>
            <a:rPr lang="ru-RU" b="0" i="0" u="none" dirty="0"/>
            <a:t>оперативка</a:t>
          </a:r>
          <a:r>
            <a:rPr lang="ru-RU" dirty="0"/>
            <a:t> — сокращение</a:t>
          </a:r>
          <a:endParaRPr lang="en-US" dirty="0"/>
        </a:p>
      </dgm:t>
    </dgm:pt>
    <dgm:pt modelId="{9D2200C2-5623-4193-BC08-1089543BD565}" type="parTrans" cxnId="{170589DE-B935-4D0C-B6AE-AFA3A8941137}">
      <dgm:prSet/>
      <dgm:spPr/>
      <dgm:t>
        <a:bodyPr/>
        <a:lstStyle/>
        <a:p>
          <a:endParaRPr lang="en-US"/>
        </a:p>
      </dgm:t>
    </dgm:pt>
    <dgm:pt modelId="{DAB76B3D-9A02-409F-9918-9756A921AFA0}" type="sibTrans" cxnId="{170589DE-B935-4D0C-B6AE-AFA3A8941137}">
      <dgm:prSet/>
      <dgm:spPr/>
      <dgm:t>
        <a:bodyPr/>
        <a:lstStyle/>
        <a:p>
          <a:endParaRPr lang="en-US"/>
        </a:p>
      </dgm:t>
    </dgm:pt>
    <dgm:pt modelId="{C69701D6-1415-4E00-826B-0698D0700B39}">
      <dgm:prSet/>
      <dgm:spPr/>
      <dgm:t>
        <a:bodyPr/>
        <a:lstStyle/>
        <a:p>
          <a:r>
            <a:rPr lang="ru-RU" dirty="0"/>
            <a:t>В</a:t>
          </a:r>
          <a:r>
            <a:rPr lang="ru-RU" b="0" i="0" u="none" dirty="0"/>
            <a:t>аська</a:t>
          </a:r>
          <a:r>
            <a:rPr lang="ru-RU" dirty="0"/>
            <a:t>— фонетическая мимикрия</a:t>
          </a:r>
          <a:endParaRPr lang="en-US" dirty="0"/>
        </a:p>
      </dgm:t>
    </dgm:pt>
    <dgm:pt modelId="{A5639D6E-AC97-4CB5-84A5-9D225618A639}" type="parTrans" cxnId="{8227A775-28C4-4725-B3BD-0FAA13B1B1A2}">
      <dgm:prSet/>
      <dgm:spPr/>
      <dgm:t>
        <a:bodyPr/>
        <a:lstStyle/>
        <a:p>
          <a:endParaRPr lang="en-US"/>
        </a:p>
      </dgm:t>
    </dgm:pt>
    <dgm:pt modelId="{BA51767E-08F5-4B4A-AA38-6ECCAEA577B0}" type="sibTrans" cxnId="{8227A775-28C4-4725-B3BD-0FAA13B1B1A2}">
      <dgm:prSet/>
      <dgm:spPr/>
      <dgm:t>
        <a:bodyPr/>
        <a:lstStyle/>
        <a:p>
          <a:endParaRPr lang="en-US"/>
        </a:p>
      </dgm:t>
    </dgm:pt>
    <dgm:pt modelId="{80E714FB-466D-419D-8511-0CE25F0E2CD9}">
      <dgm:prSet/>
      <dgm:spPr/>
      <dgm:t>
        <a:bodyPr/>
        <a:lstStyle/>
        <a:p>
          <a:r>
            <a:rPr lang="ru-RU" b="0" i="0" u="none" dirty="0"/>
            <a:t>мыло</a:t>
          </a:r>
          <a:r>
            <a:rPr lang="ru-RU" dirty="0"/>
            <a:t> — фонетическая мимикрия</a:t>
          </a:r>
          <a:endParaRPr lang="en-US" dirty="0"/>
        </a:p>
      </dgm:t>
    </dgm:pt>
    <dgm:pt modelId="{F5272332-2EC7-4F05-B268-AFDA957C3853}" type="parTrans" cxnId="{ECA84800-9287-43E8-93C8-EEEA89EF7303}">
      <dgm:prSet/>
      <dgm:spPr/>
      <dgm:t>
        <a:bodyPr/>
        <a:lstStyle/>
        <a:p>
          <a:endParaRPr lang="en-US"/>
        </a:p>
      </dgm:t>
    </dgm:pt>
    <dgm:pt modelId="{9CD6CA80-34C6-4D47-A503-85500410D315}" type="sibTrans" cxnId="{ECA84800-9287-43E8-93C8-EEEA89EF7303}">
      <dgm:prSet/>
      <dgm:spPr/>
      <dgm:t>
        <a:bodyPr/>
        <a:lstStyle/>
        <a:p>
          <a:endParaRPr lang="en-US"/>
        </a:p>
      </dgm:t>
    </dgm:pt>
    <dgm:pt modelId="{6403AF08-B292-4BD8-BCB7-A24BB5AA708A}">
      <dgm:prSet/>
      <dgm:spPr/>
      <dgm:t>
        <a:bodyPr/>
        <a:lstStyle/>
        <a:p>
          <a:r>
            <a:rPr lang="ru-RU" b="0" i="0" u="none" dirty="0"/>
            <a:t>вебка</a:t>
          </a:r>
          <a:r>
            <a:rPr lang="ru-RU" dirty="0"/>
            <a:t> — сокращение</a:t>
          </a:r>
          <a:endParaRPr lang="en-US" dirty="0"/>
        </a:p>
      </dgm:t>
    </dgm:pt>
    <dgm:pt modelId="{7FEEF226-6E9E-4B38-9FAB-B441E450CB44}" type="parTrans" cxnId="{FC8A8FFC-7657-41A7-ACF4-2B9504B15A31}">
      <dgm:prSet/>
      <dgm:spPr/>
      <dgm:t>
        <a:bodyPr/>
        <a:lstStyle/>
        <a:p>
          <a:endParaRPr lang="en-US"/>
        </a:p>
      </dgm:t>
    </dgm:pt>
    <dgm:pt modelId="{6322E5A6-B6B1-409D-BAD3-BC0A34EE476C}" type="sibTrans" cxnId="{FC8A8FFC-7657-41A7-ACF4-2B9504B15A31}">
      <dgm:prSet/>
      <dgm:spPr/>
      <dgm:t>
        <a:bodyPr/>
        <a:lstStyle/>
        <a:p>
          <a:endParaRPr lang="en-US"/>
        </a:p>
      </dgm:t>
    </dgm:pt>
    <dgm:pt modelId="{294E3851-1545-4AC6-9671-6EA6EEC4414E}">
      <dgm:prSet/>
      <dgm:spPr/>
      <dgm:t>
        <a:bodyPr/>
        <a:lstStyle/>
        <a:p>
          <a:r>
            <a:rPr lang="ru-RU" b="0" i="0" u="none" dirty="0"/>
            <a:t>железо</a:t>
          </a:r>
          <a:r>
            <a:rPr lang="ru-RU" dirty="0"/>
            <a:t> — смысловая замена</a:t>
          </a:r>
          <a:endParaRPr lang="en-US" dirty="0"/>
        </a:p>
      </dgm:t>
    </dgm:pt>
    <dgm:pt modelId="{CC4230FF-80F5-45DC-9523-57C44B218BD2}" type="parTrans" cxnId="{2AD399CF-4995-49E7-BB7C-09773F4BBF56}">
      <dgm:prSet/>
      <dgm:spPr/>
      <dgm:t>
        <a:bodyPr/>
        <a:lstStyle/>
        <a:p>
          <a:endParaRPr lang="en-US"/>
        </a:p>
      </dgm:t>
    </dgm:pt>
    <dgm:pt modelId="{A95DC558-621A-4DAE-B7C8-7531277791FE}" type="sibTrans" cxnId="{2AD399CF-4995-49E7-BB7C-09773F4BBF56}">
      <dgm:prSet/>
      <dgm:spPr/>
      <dgm:t>
        <a:bodyPr/>
        <a:lstStyle/>
        <a:p>
          <a:endParaRPr lang="en-US"/>
        </a:p>
      </dgm:t>
    </dgm:pt>
    <dgm:pt modelId="{4C909795-AD10-4942-851A-AABF0F42F1E6}">
      <dgm:prSet/>
      <dgm:spPr/>
      <dgm:t>
        <a:bodyPr/>
        <a:lstStyle/>
        <a:p>
          <a:r>
            <a:rPr lang="ru-RU" b="0" i="0" u="none" dirty="0"/>
            <a:t>юзерпик</a:t>
          </a:r>
          <a:r>
            <a:rPr lang="ru-RU" dirty="0"/>
            <a:t> — полукалька</a:t>
          </a:r>
          <a:endParaRPr lang="en-US" dirty="0"/>
        </a:p>
      </dgm:t>
    </dgm:pt>
    <dgm:pt modelId="{8877FB98-937E-49DE-8248-399D02285AA1}" type="parTrans" cxnId="{F73F9376-5DFA-44E1-B4F1-37801338FF70}">
      <dgm:prSet/>
      <dgm:spPr/>
      <dgm:t>
        <a:bodyPr/>
        <a:lstStyle/>
        <a:p>
          <a:endParaRPr lang="en-US"/>
        </a:p>
      </dgm:t>
    </dgm:pt>
    <dgm:pt modelId="{CD73C973-B87F-40BC-AC1E-E3E74A9D6570}" type="sibTrans" cxnId="{F73F9376-5DFA-44E1-B4F1-37801338FF70}">
      <dgm:prSet/>
      <dgm:spPr/>
      <dgm:t>
        <a:bodyPr/>
        <a:lstStyle/>
        <a:p>
          <a:endParaRPr lang="en-US"/>
        </a:p>
      </dgm:t>
    </dgm:pt>
    <dgm:pt modelId="{FF9DFF68-78DB-424E-B669-A07333FBC051}">
      <dgm:prSet/>
      <dgm:spPr/>
      <dgm:t>
        <a:bodyPr/>
        <a:lstStyle/>
        <a:p>
          <a:r>
            <a:rPr lang="ru-RU" dirty="0"/>
            <a:t>РЕПО — сокращение</a:t>
          </a:r>
          <a:endParaRPr lang="en-US" dirty="0"/>
        </a:p>
      </dgm:t>
    </dgm:pt>
    <dgm:pt modelId="{0A1785C6-45FA-4574-B30A-A7ED547DB03B}" type="parTrans" cxnId="{5D7CE046-C6F9-4CF7-8E2E-313438B2551C}">
      <dgm:prSet/>
      <dgm:spPr/>
      <dgm:t>
        <a:bodyPr/>
        <a:lstStyle/>
        <a:p>
          <a:endParaRPr lang="en-US"/>
        </a:p>
      </dgm:t>
    </dgm:pt>
    <dgm:pt modelId="{3CC48097-3256-4AB6-A76D-148ECBDA1C12}" type="sibTrans" cxnId="{5D7CE046-C6F9-4CF7-8E2E-313438B2551C}">
      <dgm:prSet/>
      <dgm:spPr/>
      <dgm:t>
        <a:bodyPr/>
        <a:lstStyle/>
        <a:p>
          <a:endParaRPr lang="en-US"/>
        </a:p>
      </dgm:t>
    </dgm:pt>
    <dgm:pt modelId="{8389802A-BD8D-4A24-8E91-A34CF44F0A1B}">
      <dgm:prSet/>
      <dgm:spPr/>
      <dgm:t>
        <a:bodyPr/>
        <a:lstStyle/>
        <a:p>
          <a:r>
            <a:rPr lang="ru-RU" dirty="0"/>
            <a:t>ОС — аббревиация</a:t>
          </a:r>
          <a:endParaRPr lang="en-US" dirty="0"/>
        </a:p>
      </dgm:t>
    </dgm:pt>
    <dgm:pt modelId="{5B1F8767-8BFA-42D8-A672-62BD123BB45A}" type="parTrans" cxnId="{A9788831-8231-4C8C-857D-23C58FF9D7A1}">
      <dgm:prSet/>
      <dgm:spPr/>
      <dgm:t>
        <a:bodyPr/>
        <a:lstStyle/>
        <a:p>
          <a:endParaRPr lang="en-US"/>
        </a:p>
      </dgm:t>
    </dgm:pt>
    <dgm:pt modelId="{3C6204FD-209B-4C19-B903-12B401E3CC25}" type="sibTrans" cxnId="{A9788831-8231-4C8C-857D-23C58FF9D7A1}">
      <dgm:prSet/>
      <dgm:spPr/>
      <dgm:t>
        <a:bodyPr/>
        <a:lstStyle/>
        <a:p>
          <a:endParaRPr lang="en-US"/>
        </a:p>
      </dgm:t>
    </dgm:pt>
    <dgm:pt modelId="{BFFECB2A-23A6-48A1-AF3A-01C56A5E6A17}">
      <dgm:prSet/>
      <dgm:spPr/>
      <dgm:t>
        <a:bodyPr/>
        <a:lstStyle/>
        <a:p>
          <a:r>
            <a:rPr lang="ru-RU" dirty="0"/>
            <a:t>файлик — полукалька</a:t>
          </a:r>
          <a:endParaRPr lang="en-US" dirty="0"/>
        </a:p>
      </dgm:t>
    </dgm:pt>
    <dgm:pt modelId="{FA5DBB5B-E971-40A6-8328-342D28B326AA}" type="parTrans" cxnId="{4F1619DC-699E-4E1B-BF60-43E4A6ED9C19}">
      <dgm:prSet/>
      <dgm:spPr/>
      <dgm:t>
        <a:bodyPr/>
        <a:lstStyle/>
        <a:p>
          <a:endParaRPr lang="en-US"/>
        </a:p>
      </dgm:t>
    </dgm:pt>
    <dgm:pt modelId="{EDCE6AEF-8BCE-4822-BC64-67838DC9A547}" type="sibTrans" cxnId="{4F1619DC-699E-4E1B-BF60-43E4A6ED9C19}">
      <dgm:prSet/>
      <dgm:spPr/>
      <dgm:t>
        <a:bodyPr/>
        <a:lstStyle/>
        <a:p>
          <a:endParaRPr lang="en-US"/>
        </a:p>
      </dgm:t>
    </dgm:pt>
    <dgm:pt modelId="{94D7041F-93D9-41EB-BDDA-F2CF4C82B06E}">
      <dgm:prSet/>
      <dgm:spPr/>
      <dgm:t>
        <a:bodyPr/>
        <a:lstStyle/>
        <a:p>
          <a:r>
            <a:rPr lang="ru-RU" dirty="0"/>
            <a:t>материнка — сокращение</a:t>
          </a:r>
          <a:endParaRPr lang="en-US" dirty="0"/>
        </a:p>
      </dgm:t>
    </dgm:pt>
    <dgm:pt modelId="{9977A484-EF33-4E2F-8C16-DDD789CDFA8D}" type="parTrans" cxnId="{72286B03-1F8E-44C7-A295-0EF994E29B82}">
      <dgm:prSet/>
      <dgm:spPr/>
      <dgm:t>
        <a:bodyPr/>
        <a:lstStyle/>
        <a:p>
          <a:endParaRPr lang="en-US"/>
        </a:p>
      </dgm:t>
    </dgm:pt>
    <dgm:pt modelId="{4A485129-4D51-4439-847F-5E1147310839}" type="sibTrans" cxnId="{72286B03-1F8E-44C7-A295-0EF994E29B82}">
      <dgm:prSet/>
      <dgm:spPr/>
      <dgm:t>
        <a:bodyPr/>
        <a:lstStyle/>
        <a:p>
          <a:endParaRPr lang="en-US"/>
        </a:p>
      </dgm:t>
    </dgm:pt>
    <dgm:pt modelId="{C9D522FC-29C3-4B93-8F93-79DFE6BB7A97}">
      <dgm:prSet/>
      <dgm:spPr/>
      <dgm:t>
        <a:bodyPr/>
        <a:lstStyle/>
        <a:p>
          <a:r>
            <a:rPr lang="ru-RU" dirty="0"/>
            <a:t>синяк — смысловая замена</a:t>
          </a:r>
          <a:endParaRPr lang="en-US" dirty="0"/>
        </a:p>
      </dgm:t>
    </dgm:pt>
    <dgm:pt modelId="{A58E219D-543E-44C2-A714-D4117A08FB8B}" type="parTrans" cxnId="{469F61BE-99C5-4D7E-AF3B-FE2B4FA09E11}">
      <dgm:prSet/>
      <dgm:spPr/>
      <dgm:t>
        <a:bodyPr/>
        <a:lstStyle/>
        <a:p>
          <a:endParaRPr lang="en-US"/>
        </a:p>
      </dgm:t>
    </dgm:pt>
    <dgm:pt modelId="{91054D3F-7A74-4E7D-A69B-31F245D8BA70}" type="sibTrans" cxnId="{469F61BE-99C5-4D7E-AF3B-FE2B4FA09E11}">
      <dgm:prSet/>
      <dgm:spPr/>
      <dgm:t>
        <a:bodyPr/>
        <a:lstStyle/>
        <a:p>
          <a:endParaRPr lang="en-US"/>
        </a:p>
      </dgm:t>
    </dgm:pt>
    <dgm:pt modelId="{23628380-DFA7-49D3-B7C0-236EF8A7EEFB}" type="pres">
      <dgm:prSet presAssocID="{AD9B087B-9E5E-491F-8C0C-23FB571946FC}" presName="vert0" presStyleCnt="0">
        <dgm:presLayoutVars>
          <dgm:dir/>
          <dgm:animOne val="branch"/>
          <dgm:animLvl val="lvl"/>
        </dgm:presLayoutVars>
      </dgm:prSet>
      <dgm:spPr/>
    </dgm:pt>
    <dgm:pt modelId="{FA7EB474-0979-46DD-B669-1CA42541CDBE}" type="pres">
      <dgm:prSet presAssocID="{FF65F701-23E6-472A-B577-081F4835AFE5}" presName="thickLine" presStyleLbl="alignNode1" presStyleIdx="0" presStyleCnt="14"/>
      <dgm:spPr/>
    </dgm:pt>
    <dgm:pt modelId="{597956E8-FE80-4242-B6BE-D5876ED6EAAB}" type="pres">
      <dgm:prSet presAssocID="{FF65F701-23E6-472A-B577-081F4835AFE5}" presName="horz1" presStyleCnt="0"/>
      <dgm:spPr/>
    </dgm:pt>
    <dgm:pt modelId="{8D3CD801-0B3B-4A6B-AF00-774A5EE604AB}" type="pres">
      <dgm:prSet presAssocID="{FF65F701-23E6-472A-B577-081F4835AFE5}" presName="tx1" presStyleLbl="revTx" presStyleIdx="0" presStyleCnt="14"/>
      <dgm:spPr/>
    </dgm:pt>
    <dgm:pt modelId="{5ABC55E0-99B9-4D0C-AE81-CF304EE18C9A}" type="pres">
      <dgm:prSet presAssocID="{FF65F701-23E6-472A-B577-081F4835AFE5}" presName="vert1" presStyleCnt="0"/>
      <dgm:spPr/>
    </dgm:pt>
    <dgm:pt modelId="{2F20EDED-DD6F-4EC5-8C91-01EE8DEBF424}" type="pres">
      <dgm:prSet presAssocID="{1FA33F00-D832-4E0E-8321-A34B853892A4}" presName="thickLine" presStyleLbl="alignNode1" presStyleIdx="1" presStyleCnt="14"/>
      <dgm:spPr/>
    </dgm:pt>
    <dgm:pt modelId="{7F232A85-1239-49F4-B764-8CAFE06E2B9F}" type="pres">
      <dgm:prSet presAssocID="{1FA33F00-D832-4E0E-8321-A34B853892A4}" presName="horz1" presStyleCnt="0"/>
      <dgm:spPr/>
    </dgm:pt>
    <dgm:pt modelId="{D05738C9-744F-407C-A423-F8B402F18B80}" type="pres">
      <dgm:prSet presAssocID="{1FA33F00-D832-4E0E-8321-A34B853892A4}" presName="tx1" presStyleLbl="revTx" presStyleIdx="1" presStyleCnt="14"/>
      <dgm:spPr/>
    </dgm:pt>
    <dgm:pt modelId="{296DE666-FB05-4E63-A095-3AE55C36A19B}" type="pres">
      <dgm:prSet presAssocID="{1FA33F00-D832-4E0E-8321-A34B853892A4}" presName="vert1" presStyleCnt="0"/>
      <dgm:spPr/>
    </dgm:pt>
    <dgm:pt modelId="{16680BFA-4A4F-49B5-87AB-B1A68C3056A9}" type="pres">
      <dgm:prSet presAssocID="{4E9E2211-EC1D-4F9E-97D8-0244469FC0AF}" presName="thickLine" presStyleLbl="alignNode1" presStyleIdx="2" presStyleCnt="14"/>
      <dgm:spPr/>
    </dgm:pt>
    <dgm:pt modelId="{214B22EC-0683-4263-B793-460C8FFFEA62}" type="pres">
      <dgm:prSet presAssocID="{4E9E2211-EC1D-4F9E-97D8-0244469FC0AF}" presName="horz1" presStyleCnt="0"/>
      <dgm:spPr/>
    </dgm:pt>
    <dgm:pt modelId="{520D2C61-82D3-4576-9875-CAD112054626}" type="pres">
      <dgm:prSet presAssocID="{4E9E2211-EC1D-4F9E-97D8-0244469FC0AF}" presName="tx1" presStyleLbl="revTx" presStyleIdx="2" presStyleCnt="14"/>
      <dgm:spPr/>
    </dgm:pt>
    <dgm:pt modelId="{48616903-E99B-4128-9805-49E43EB9AFC6}" type="pres">
      <dgm:prSet presAssocID="{4E9E2211-EC1D-4F9E-97D8-0244469FC0AF}" presName="vert1" presStyleCnt="0"/>
      <dgm:spPr/>
    </dgm:pt>
    <dgm:pt modelId="{3DCA3B23-384A-41E9-A25E-66CA18E64862}" type="pres">
      <dgm:prSet presAssocID="{BB3D9D3F-7F5A-4911-8DFA-127EC4244EB4}" presName="thickLine" presStyleLbl="alignNode1" presStyleIdx="3" presStyleCnt="14"/>
      <dgm:spPr/>
    </dgm:pt>
    <dgm:pt modelId="{3A453269-6439-42B7-BC18-96C7365C456F}" type="pres">
      <dgm:prSet presAssocID="{BB3D9D3F-7F5A-4911-8DFA-127EC4244EB4}" presName="horz1" presStyleCnt="0"/>
      <dgm:spPr/>
    </dgm:pt>
    <dgm:pt modelId="{97497F59-D5B9-4E4E-933A-67F4F11C7302}" type="pres">
      <dgm:prSet presAssocID="{BB3D9D3F-7F5A-4911-8DFA-127EC4244EB4}" presName="tx1" presStyleLbl="revTx" presStyleIdx="3" presStyleCnt="14"/>
      <dgm:spPr/>
    </dgm:pt>
    <dgm:pt modelId="{3622E0ED-F721-49CD-9F68-8F2DFEB54F79}" type="pres">
      <dgm:prSet presAssocID="{BB3D9D3F-7F5A-4911-8DFA-127EC4244EB4}" presName="vert1" presStyleCnt="0"/>
      <dgm:spPr/>
    </dgm:pt>
    <dgm:pt modelId="{075EC10C-DE4A-4B11-8873-F3ECD2209FA7}" type="pres">
      <dgm:prSet presAssocID="{C69701D6-1415-4E00-826B-0698D0700B39}" presName="thickLine" presStyleLbl="alignNode1" presStyleIdx="4" presStyleCnt="14"/>
      <dgm:spPr/>
    </dgm:pt>
    <dgm:pt modelId="{818E644C-FC83-4361-A69A-E5BE0D52A905}" type="pres">
      <dgm:prSet presAssocID="{C69701D6-1415-4E00-826B-0698D0700B39}" presName="horz1" presStyleCnt="0"/>
      <dgm:spPr/>
    </dgm:pt>
    <dgm:pt modelId="{05C02A66-5ADA-437E-83C0-BE9F968616E7}" type="pres">
      <dgm:prSet presAssocID="{C69701D6-1415-4E00-826B-0698D0700B39}" presName="tx1" presStyleLbl="revTx" presStyleIdx="4" presStyleCnt="14"/>
      <dgm:spPr/>
    </dgm:pt>
    <dgm:pt modelId="{BFB80D6E-91B1-48ED-8D38-F70996B3E553}" type="pres">
      <dgm:prSet presAssocID="{C69701D6-1415-4E00-826B-0698D0700B39}" presName="vert1" presStyleCnt="0"/>
      <dgm:spPr/>
    </dgm:pt>
    <dgm:pt modelId="{27B2AD18-C1B2-44F9-857A-C3D7DA44A5C0}" type="pres">
      <dgm:prSet presAssocID="{80E714FB-466D-419D-8511-0CE25F0E2CD9}" presName="thickLine" presStyleLbl="alignNode1" presStyleIdx="5" presStyleCnt="14"/>
      <dgm:spPr/>
    </dgm:pt>
    <dgm:pt modelId="{119206CD-DDFE-4373-BB0A-221F89A6DB6C}" type="pres">
      <dgm:prSet presAssocID="{80E714FB-466D-419D-8511-0CE25F0E2CD9}" presName="horz1" presStyleCnt="0"/>
      <dgm:spPr/>
    </dgm:pt>
    <dgm:pt modelId="{40398F44-4F5D-450F-BE2D-C0FD6B5BA488}" type="pres">
      <dgm:prSet presAssocID="{80E714FB-466D-419D-8511-0CE25F0E2CD9}" presName="tx1" presStyleLbl="revTx" presStyleIdx="5" presStyleCnt="14"/>
      <dgm:spPr/>
    </dgm:pt>
    <dgm:pt modelId="{D0CEF252-84F7-418A-ADBC-79BB25C4289F}" type="pres">
      <dgm:prSet presAssocID="{80E714FB-466D-419D-8511-0CE25F0E2CD9}" presName="vert1" presStyleCnt="0"/>
      <dgm:spPr/>
    </dgm:pt>
    <dgm:pt modelId="{D1784EBE-44F6-4A32-8208-0F9B575E7746}" type="pres">
      <dgm:prSet presAssocID="{6403AF08-B292-4BD8-BCB7-A24BB5AA708A}" presName="thickLine" presStyleLbl="alignNode1" presStyleIdx="6" presStyleCnt="14"/>
      <dgm:spPr/>
    </dgm:pt>
    <dgm:pt modelId="{6C54EB43-A0B3-4214-B7AE-A3276AE98077}" type="pres">
      <dgm:prSet presAssocID="{6403AF08-B292-4BD8-BCB7-A24BB5AA708A}" presName="horz1" presStyleCnt="0"/>
      <dgm:spPr/>
    </dgm:pt>
    <dgm:pt modelId="{B809753A-6A5F-49F7-96EB-663014AD027F}" type="pres">
      <dgm:prSet presAssocID="{6403AF08-B292-4BD8-BCB7-A24BB5AA708A}" presName="tx1" presStyleLbl="revTx" presStyleIdx="6" presStyleCnt="14"/>
      <dgm:spPr/>
    </dgm:pt>
    <dgm:pt modelId="{34BF7B3E-10A1-435E-9732-C4E1FEAA0EF2}" type="pres">
      <dgm:prSet presAssocID="{6403AF08-B292-4BD8-BCB7-A24BB5AA708A}" presName="vert1" presStyleCnt="0"/>
      <dgm:spPr/>
    </dgm:pt>
    <dgm:pt modelId="{6842A675-16B2-4E9A-8046-6E46AA2B222A}" type="pres">
      <dgm:prSet presAssocID="{294E3851-1545-4AC6-9671-6EA6EEC4414E}" presName="thickLine" presStyleLbl="alignNode1" presStyleIdx="7" presStyleCnt="14"/>
      <dgm:spPr/>
    </dgm:pt>
    <dgm:pt modelId="{6E79AB40-4D33-4AF8-B393-A4E6C5E90F30}" type="pres">
      <dgm:prSet presAssocID="{294E3851-1545-4AC6-9671-6EA6EEC4414E}" presName="horz1" presStyleCnt="0"/>
      <dgm:spPr/>
    </dgm:pt>
    <dgm:pt modelId="{59F2F3B3-7363-4F5F-A926-162B73EBE019}" type="pres">
      <dgm:prSet presAssocID="{294E3851-1545-4AC6-9671-6EA6EEC4414E}" presName="tx1" presStyleLbl="revTx" presStyleIdx="7" presStyleCnt="14"/>
      <dgm:spPr/>
    </dgm:pt>
    <dgm:pt modelId="{EA938B63-72AD-4309-853E-60E2F18646C5}" type="pres">
      <dgm:prSet presAssocID="{294E3851-1545-4AC6-9671-6EA6EEC4414E}" presName="vert1" presStyleCnt="0"/>
      <dgm:spPr/>
    </dgm:pt>
    <dgm:pt modelId="{18EA8A6F-8659-4167-BF34-F83650108B4B}" type="pres">
      <dgm:prSet presAssocID="{4C909795-AD10-4942-851A-AABF0F42F1E6}" presName="thickLine" presStyleLbl="alignNode1" presStyleIdx="8" presStyleCnt="14"/>
      <dgm:spPr/>
    </dgm:pt>
    <dgm:pt modelId="{E1A7561D-2D6D-4C3F-8ED6-FDC4CC646738}" type="pres">
      <dgm:prSet presAssocID="{4C909795-AD10-4942-851A-AABF0F42F1E6}" presName="horz1" presStyleCnt="0"/>
      <dgm:spPr/>
    </dgm:pt>
    <dgm:pt modelId="{748BAC0F-A09A-4C47-B65D-81C3390EB0FF}" type="pres">
      <dgm:prSet presAssocID="{4C909795-AD10-4942-851A-AABF0F42F1E6}" presName="tx1" presStyleLbl="revTx" presStyleIdx="8" presStyleCnt="14"/>
      <dgm:spPr/>
    </dgm:pt>
    <dgm:pt modelId="{0C30B336-713E-4FF0-A172-95758B57F50C}" type="pres">
      <dgm:prSet presAssocID="{4C909795-AD10-4942-851A-AABF0F42F1E6}" presName="vert1" presStyleCnt="0"/>
      <dgm:spPr/>
    </dgm:pt>
    <dgm:pt modelId="{98733849-A268-46E0-B7E6-6544B76D72EE}" type="pres">
      <dgm:prSet presAssocID="{FF9DFF68-78DB-424E-B669-A07333FBC051}" presName="thickLine" presStyleLbl="alignNode1" presStyleIdx="9" presStyleCnt="14"/>
      <dgm:spPr/>
    </dgm:pt>
    <dgm:pt modelId="{107F2324-7ADC-4B5F-9D65-C82B27EBED97}" type="pres">
      <dgm:prSet presAssocID="{FF9DFF68-78DB-424E-B669-A07333FBC051}" presName="horz1" presStyleCnt="0"/>
      <dgm:spPr/>
    </dgm:pt>
    <dgm:pt modelId="{3381B362-F718-4A95-80B8-C01072895408}" type="pres">
      <dgm:prSet presAssocID="{FF9DFF68-78DB-424E-B669-A07333FBC051}" presName="tx1" presStyleLbl="revTx" presStyleIdx="9" presStyleCnt="14"/>
      <dgm:spPr/>
    </dgm:pt>
    <dgm:pt modelId="{071815A8-0185-4999-A7AB-3C09AD54D504}" type="pres">
      <dgm:prSet presAssocID="{FF9DFF68-78DB-424E-B669-A07333FBC051}" presName="vert1" presStyleCnt="0"/>
      <dgm:spPr/>
    </dgm:pt>
    <dgm:pt modelId="{2E573383-4CA6-4BCA-82CC-D214D2FABAB5}" type="pres">
      <dgm:prSet presAssocID="{8389802A-BD8D-4A24-8E91-A34CF44F0A1B}" presName="thickLine" presStyleLbl="alignNode1" presStyleIdx="10" presStyleCnt="14"/>
      <dgm:spPr/>
    </dgm:pt>
    <dgm:pt modelId="{4E761E16-F1E1-4DDA-AB79-D96BD01AB14E}" type="pres">
      <dgm:prSet presAssocID="{8389802A-BD8D-4A24-8E91-A34CF44F0A1B}" presName="horz1" presStyleCnt="0"/>
      <dgm:spPr/>
    </dgm:pt>
    <dgm:pt modelId="{56431D84-F77C-43FB-B66F-FF27BD7B66D9}" type="pres">
      <dgm:prSet presAssocID="{8389802A-BD8D-4A24-8E91-A34CF44F0A1B}" presName="tx1" presStyleLbl="revTx" presStyleIdx="10" presStyleCnt="14"/>
      <dgm:spPr/>
    </dgm:pt>
    <dgm:pt modelId="{9A1E3A03-9D70-45A3-B0D7-1E661F49A465}" type="pres">
      <dgm:prSet presAssocID="{8389802A-BD8D-4A24-8E91-A34CF44F0A1B}" presName="vert1" presStyleCnt="0"/>
      <dgm:spPr/>
    </dgm:pt>
    <dgm:pt modelId="{A5A90DDC-C87C-4683-B29A-148AA5CAB3CD}" type="pres">
      <dgm:prSet presAssocID="{BFFECB2A-23A6-48A1-AF3A-01C56A5E6A17}" presName="thickLine" presStyleLbl="alignNode1" presStyleIdx="11" presStyleCnt="14"/>
      <dgm:spPr/>
    </dgm:pt>
    <dgm:pt modelId="{596F33BA-063F-4CC0-BF51-CA2E204C3D60}" type="pres">
      <dgm:prSet presAssocID="{BFFECB2A-23A6-48A1-AF3A-01C56A5E6A17}" presName="horz1" presStyleCnt="0"/>
      <dgm:spPr/>
    </dgm:pt>
    <dgm:pt modelId="{E0FD5555-176C-4A23-9EE9-6F731516CA80}" type="pres">
      <dgm:prSet presAssocID="{BFFECB2A-23A6-48A1-AF3A-01C56A5E6A17}" presName="tx1" presStyleLbl="revTx" presStyleIdx="11" presStyleCnt="14"/>
      <dgm:spPr/>
    </dgm:pt>
    <dgm:pt modelId="{584B3211-FB61-4E91-8D6B-A0136F5C3522}" type="pres">
      <dgm:prSet presAssocID="{BFFECB2A-23A6-48A1-AF3A-01C56A5E6A17}" presName="vert1" presStyleCnt="0"/>
      <dgm:spPr/>
    </dgm:pt>
    <dgm:pt modelId="{B02A2BE0-DEF9-46D5-ADFC-2BA10F7163F9}" type="pres">
      <dgm:prSet presAssocID="{94D7041F-93D9-41EB-BDDA-F2CF4C82B06E}" presName="thickLine" presStyleLbl="alignNode1" presStyleIdx="12" presStyleCnt="14"/>
      <dgm:spPr/>
    </dgm:pt>
    <dgm:pt modelId="{89BDB881-C5C6-432B-A96D-41797A33FDF6}" type="pres">
      <dgm:prSet presAssocID="{94D7041F-93D9-41EB-BDDA-F2CF4C82B06E}" presName="horz1" presStyleCnt="0"/>
      <dgm:spPr/>
    </dgm:pt>
    <dgm:pt modelId="{ACA2A894-5517-44D8-BBBB-E92F7F93B6B6}" type="pres">
      <dgm:prSet presAssocID="{94D7041F-93D9-41EB-BDDA-F2CF4C82B06E}" presName="tx1" presStyleLbl="revTx" presStyleIdx="12" presStyleCnt="14"/>
      <dgm:spPr/>
    </dgm:pt>
    <dgm:pt modelId="{2E463EF7-32C5-47EE-9271-EF6C8A606983}" type="pres">
      <dgm:prSet presAssocID="{94D7041F-93D9-41EB-BDDA-F2CF4C82B06E}" presName="vert1" presStyleCnt="0"/>
      <dgm:spPr/>
    </dgm:pt>
    <dgm:pt modelId="{1E3647B9-AC7C-4937-B0C7-A07E680C45D8}" type="pres">
      <dgm:prSet presAssocID="{C9D522FC-29C3-4B93-8F93-79DFE6BB7A97}" presName="thickLine" presStyleLbl="alignNode1" presStyleIdx="13" presStyleCnt="14"/>
      <dgm:spPr/>
    </dgm:pt>
    <dgm:pt modelId="{73EDD675-32AD-4716-B386-1421C5817967}" type="pres">
      <dgm:prSet presAssocID="{C9D522FC-29C3-4B93-8F93-79DFE6BB7A97}" presName="horz1" presStyleCnt="0"/>
      <dgm:spPr/>
    </dgm:pt>
    <dgm:pt modelId="{98FE5106-6329-4C58-BEAB-CBA0B3C19A24}" type="pres">
      <dgm:prSet presAssocID="{C9D522FC-29C3-4B93-8F93-79DFE6BB7A97}" presName="tx1" presStyleLbl="revTx" presStyleIdx="13" presStyleCnt="14"/>
      <dgm:spPr/>
    </dgm:pt>
    <dgm:pt modelId="{C3CF59C3-A172-494F-AB35-D43A95E32B46}" type="pres">
      <dgm:prSet presAssocID="{C9D522FC-29C3-4B93-8F93-79DFE6BB7A97}" presName="vert1" presStyleCnt="0"/>
      <dgm:spPr/>
    </dgm:pt>
  </dgm:ptLst>
  <dgm:cxnLst>
    <dgm:cxn modelId="{ECA84800-9287-43E8-93C8-EEEA89EF7303}" srcId="{AD9B087B-9E5E-491F-8C0C-23FB571946FC}" destId="{80E714FB-466D-419D-8511-0CE25F0E2CD9}" srcOrd="5" destOrd="0" parTransId="{F5272332-2EC7-4F05-B268-AFDA957C3853}" sibTransId="{9CD6CA80-34C6-4D47-A503-85500410D315}"/>
    <dgm:cxn modelId="{72286B03-1F8E-44C7-A295-0EF994E29B82}" srcId="{AD9B087B-9E5E-491F-8C0C-23FB571946FC}" destId="{94D7041F-93D9-41EB-BDDA-F2CF4C82B06E}" srcOrd="12" destOrd="0" parTransId="{9977A484-EF33-4E2F-8C16-DDD789CDFA8D}" sibTransId="{4A485129-4D51-4439-847F-5E1147310839}"/>
    <dgm:cxn modelId="{8289F013-DB4A-4DF2-A278-FFE10CCFEBDA}" type="presOf" srcId="{AD9B087B-9E5E-491F-8C0C-23FB571946FC}" destId="{23628380-DFA7-49D3-B7C0-236EF8A7EEFB}" srcOrd="0" destOrd="0" presId="urn:microsoft.com/office/officeart/2008/layout/LinedList"/>
    <dgm:cxn modelId="{5A310C31-68AB-41BE-9404-B3501DA3E667}" srcId="{AD9B087B-9E5E-491F-8C0C-23FB571946FC}" destId="{1FA33F00-D832-4E0E-8321-A34B853892A4}" srcOrd="1" destOrd="0" parTransId="{F27AC2BA-C822-4BE7-A7EF-3465D00BC6A3}" sibTransId="{67C315AE-8AC9-4C61-9050-A5F10160991E}"/>
    <dgm:cxn modelId="{A9788831-8231-4C8C-857D-23C58FF9D7A1}" srcId="{AD9B087B-9E5E-491F-8C0C-23FB571946FC}" destId="{8389802A-BD8D-4A24-8E91-A34CF44F0A1B}" srcOrd="10" destOrd="0" parTransId="{5B1F8767-8BFA-42D8-A672-62BD123BB45A}" sibTransId="{3C6204FD-209B-4C19-B903-12B401E3CC25}"/>
    <dgm:cxn modelId="{248F3440-64E4-4803-B89E-05F68AC77EEA}" srcId="{AD9B087B-9E5E-491F-8C0C-23FB571946FC}" destId="{FF65F701-23E6-472A-B577-081F4835AFE5}" srcOrd="0" destOrd="0" parTransId="{9EEE26EF-954F-432C-B30A-88E9BBBEE237}" sibTransId="{BD9A60F4-A8E1-4AF0-A703-6314605AB61F}"/>
    <dgm:cxn modelId="{846DB141-2AD5-4BEA-B35D-B111CAD55FC6}" type="presOf" srcId="{1FA33F00-D832-4E0E-8321-A34B853892A4}" destId="{D05738C9-744F-407C-A423-F8B402F18B80}" srcOrd="0" destOrd="0" presId="urn:microsoft.com/office/officeart/2008/layout/LinedList"/>
    <dgm:cxn modelId="{5D7CE046-C6F9-4CF7-8E2E-313438B2551C}" srcId="{AD9B087B-9E5E-491F-8C0C-23FB571946FC}" destId="{FF9DFF68-78DB-424E-B669-A07333FBC051}" srcOrd="9" destOrd="0" parTransId="{0A1785C6-45FA-4574-B30A-A7ED547DB03B}" sibTransId="{3CC48097-3256-4AB6-A76D-148ECBDA1C12}"/>
    <dgm:cxn modelId="{8172FC47-9F0B-4C0E-A04E-EC07D06B62DF}" type="presOf" srcId="{4C909795-AD10-4942-851A-AABF0F42F1E6}" destId="{748BAC0F-A09A-4C47-B65D-81C3390EB0FF}" srcOrd="0" destOrd="0" presId="urn:microsoft.com/office/officeart/2008/layout/LinedList"/>
    <dgm:cxn modelId="{60EE6D69-5824-4BAC-B49F-E79065D04827}" type="presOf" srcId="{94D7041F-93D9-41EB-BDDA-F2CF4C82B06E}" destId="{ACA2A894-5517-44D8-BBBB-E92F7F93B6B6}" srcOrd="0" destOrd="0" presId="urn:microsoft.com/office/officeart/2008/layout/LinedList"/>
    <dgm:cxn modelId="{63C3984B-B05D-4708-954B-BC8DF012C32C}" type="presOf" srcId="{294E3851-1545-4AC6-9671-6EA6EEC4414E}" destId="{59F2F3B3-7363-4F5F-A926-162B73EBE019}" srcOrd="0" destOrd="0" presId="urn:microsoft.com/office/officeart/2008/layout/LinedList"/>
    <dgm:cxn modelId="{050C0351-8488-4881-A13F-98C12A2DC598}" type="presOf" srcId="{C69701D6-1415-4E00-826B-0698D0700B39}" destId="{05C02A66-5ADA-437E-83C0-BE9F968616E7}" srcOrd="0" destOrd="0" presId="urn:microsoft.com/office/officeart/2008/layout/LinedList"/>
    <dgm:cxn modelId="{2AF81773-F13B-48AE-A099-3E8209E72D75}" type="presOf" srcId="{BB3D9D3F-7F5A-4911-8DFA-127EC4244EB4}" destId="{97497F59-D5B9-4E4E-933A-67F4F11C7302}" srcOrd="0" destOrd="0" presId="urn:microsoft.com/office/officeart/2008/layout/LinedList"/>
    <dgm:cxn modelId="{8227A775-28C4-4725-B3BD-0FAA13B1B1A2}" srcId="{AD9B087B-9E5E-491F-8C0C-23FB571946FC}" destId="{C69701D6-1415-4E00-826B-0698D0700B39}" srcOrd="4" destOrd="0" parTransId="{A5639D6E-AC97-4CB5-84A5-9D225618A639}" sibTransId="{BA51767E-08F5-4B4A-AA38-6ECCAEA577B0}"/>
    <dgm:cxn modelId="{F73F9376-5DFA-44E1-B4F1-37801338FF70}" srcId="{AD9B087B-9E5E-491F-8C0C-23FB571946FC}" destId="{4C909795-AD10-4942-851A-AABF0F42F1E6}" srcOrd="8" destOrd="0" parTransId="{8877FB98-937E-49DE-8248-399D02285AA1}" sibTransId="{CD73C973-B87F-40BC-AC1E-E3E74A9D6570}"/>
    <dgm:cxn modelId="{67C86185-5158-479F-8EF3-78F61F5D3D3B}" srcId="{AD9B087B-9E5E-491F-8C0C-23FB571946FC}" destId="{4E9E2211-EC1D-4F9E-97D8-0244469FC0AF}" srcOrd="2" destOrd="0" parTransId="{1F678A52-6712-4428-B002-C40A7BCAEA97}" sibTransId="{49DF2883-C6D6-4466-9A93-EB163E995DC9}"/>
    <dgm:cxn modelId="{78043D97-E663-418E-A455-2F02D71D506D}" type="presOf" srcId="{C9D522FC-29C3-4B93-8F93-79DFE6BB7A97}" destId="{98FE5106-6329-4C58-BEAB-CBA0B3C19A24}" srcOrd="0" destOrd="0" presId="urn:microsoft.com/office/officeart/2008/layout/LinedList"/>
    <dgm:cxn modelId="{20FEB4A2-09F2-47A1-9B99-4BE75E4B68C5}" type="presOf" srcId="{80E714FB-466D-419D-8511-0CE25F0E2CD9}" destId="{40398F44-4F5D-450F-BE2D-C0FD6B5BA488}" srcOrd="0" destOrd="0" presId="urn:microsoft.com/office/officeart/2008/layout/LinedList"/>
    <dgm:cxn modelId="{6FA766B8-F8DC-4689-B8C9-0C0186F1A3D6}" type="presOf" srcId="{FF9DFF68-78DB-424E-B669-A07333FBC051}" destId="{3381B362-F718-4A95-80B8-C01072895408}" srcOrd="0" destOrd="0" presId="urn:microsoft.com/office/officeart/2008/layout/LinedList"/>
    <dgm:cxn modelId="{434C10BC-23D6-45B1-8643-E9486466254B}" type="presOf" srcId="{6403AF08-B292-4BD8-BCB7-A24BB5AA708A}" destId="{B809753A-6A5F-49F7-96EB-663014AD027F}" srcOrd="0" destOrd="0" presId="urn:microsoft.com/office/officeart/2008/layout/LinedList"/>
    <dgm:cxn modelId="{469F61BE-99C5-4D7E-AF3B-FE2B4FA09E11}" srcId="{AD9B087B-9E5E-491F-8C0C-23FB571946FC}" destId="{C9D522FC-29C3-4B93-8F93-79DFE6BB7A97}" srcOrd="13" destOrd="0" parTransId="{A58E219D-543E-44C2-A714-D4117A08FB8B}" sibTransId="{91054D3F-7A74-4E7D-A69B-31F245D8BA70}"/>
    <dgm:cxn modelId="{1167A4C2-90AE-4DBA-82A8-B26208CB63F1}" type="presOf" srcId="{FF65F701-23E6-472A-B577-081F4835AFE5}" destId="{8D3CD801-0B3B-4A6B-AF00-774A5EE604AB}" srcOrd="0" destOrd="0" presId="urn:microsoft.com/office/officeart/2008/layout/LinedList"/>
    <dgm:cxn modelId="{2AD399CF-4995-49E7-BB7C-09773F4BBF56}" srcId="{AD9B087B-9E5E-491F-8C0C-23FB571946FC}" destId="{294E3851-1545-4AC6-9671-6EA6EEC4414E}" srcOrd="7" destOrd="0" parTransId="{CC4230FF-80F5-45DC-9523-57C44B218BD2}" sibTransId="{A95DC558-621A-4DAE-B7C8-7531277791FE}"/>
    <dgm:cxn modelId="{92E4ACD0-F018-427E-A04D-530DC645F3CE}" type="presOf" srcId="{BFFECB2A-23A6-48A1-AF3A-01C56A5E6A17}" destId="{E0FD5555-176C-4A23-9EE9-6F731516CA80}" srcOrd="0" destOrd="0" presId="urn:microsoft.com/office/officeart/2008/layout/LinedList"/>
    <dgm:cxn modelId="{EB43B0D4-1FBB-480E-965F-83E10E131D9E}" type="presOf" srcId="{4E9E2211-EC1D-4F9E-97D8-0244469FC0AF}" destId="{520D2C61-82D3-4576-9875-CAD112054626}" srcOrd="0" destOrd="0" presId="urn:microsoft.com/office/officeart/2008/layout/LinedList"/>
    <dgm:cxn modelId="{4F1619DC-699E-4E1B-BF60-43E4A6ED9C19}" srcId="{AD9B087B-9E5E-491F-8C0C-23FB571946FC}" destId="{BFFECB2A-23A6-48A1-AF3A-01C56A5E6A17}" srcOrd="11" destOrd="0" parTransId="{FA5DBB5B-E971-40A6-8328-342D28B326AA}" sibTransId="{EDCE6AEF-8BCE-4822-BC64-67838DC9A547}"/>
    <dgm:cxn modelId="{BB37F7DC-0CD9-440D-9486-9AE54A06957C}" type="presOf" srcId="{8389802A-BD8D-4A24-8E91-A34CF44F0A1B}" destId="{56431D84-F77C-43FB-B66F-FF27BD7B66D9}" srcOrd="0" destOrd="0" presId="urn:microsoft.com/office/officeart/2008/layout/LinedList"/>
    <dgm:cxn modelId="{170589DE-B935-4D0C-B6AE-AFA3A8941137}" srcId="{AD9B087B-9E5E-491F-8C0C-23FB571946FC}" destId="{BB3D9D3F-7F5A-4911-8DFA-127EC4244EB4}" srcOrd="3" destOrd="0" parTransId="{9D2200C2-5623-4193-BC08-1089543BD565}" sibTransId="{DAB76B3D-9A02-409F-9918-9756A921AFA0}"/>
    <dgm:cxn modelId="{FC8A8FFC-7657-41A7-ACF4-2B9504B15A31}" srcId="{AD9B087B-9E5E-491F-8C0C-23FB571946FC}" destId="{6403AF08-B292-4BD8-BCB7-A24BB5AA708A}" srcOrd="6" destOrd="0" parTransId="{7FEEF226-6E9E-4B38-9FAB-B441E450CB44}" sibTransId="{6322E5A6-B6B1-409D-BAD3-BC0A34EE476C}"/>
    <dgm:cxn modelId="{5AEBBD59-208D-4B0C-BB19-91405A6E2A7C}" type="presParOf" srcId="{23628380-DFA7-49D3-B7C0-236EF8A7EEFB}" destId="{FA7EB474-0979-46DD-B669-1CA42541CDBE}" srcOrd="0" destOrd="0" presId="urn:microsoft.com/office/officeart/2008/layout/LinedList"/>
    <dgm:cxn modelId="{294A1E6F-45B7-443B-9F5A-1E456D99FA54}" type="presParOf" srcId="{23628380-DFA7-49D3-B7C0-236EF8A7EEFB}" destId="{597956E8-FE80-4242-B6BE-D5876ED6EAAB}" srcOrd="1" destOrd="0" presId="urn:microsoft.com/office/officeart/2008/layout/LinedList"/>
    <dgm:cxn modelId="{58902842-F51B-4E78-B119-0FFBB10A7D64}" type="presParOf" srcId="{597956E8-FE80-4242-B6BE-D5876ED6EAAB}" destId="{8D3CD801-0B3B-4A6B-AF00-774A5EE604AB}" srcOrd="0" destOrd="0" presId="urn:microsoft.com/office/officeart/2008/layout/LinedList"/>
    <dgm:cxn modelId="{08F5684A-A840-4881-8BFC-91B44DC30619}" type="presParOf" srcId="{597956E8-FE80-4242-B6BE-D5876ED6EAAB}" destId="{5ABC55E0-99B9-4D0C-AE81-CF304EE18C9A}" srcOrd="1" destOrd="0" presId="urn:microsoft.com/office/officeart/2008/layout/LinedList"/>
    <dgm:cxn modelId="{E3634D28-A30E-4FC1-8BDC-D04E8AF77AE0}" type="presParOf" srcId="{23628380-DFA7-49D3-B7C0-236EF8A7EEFB}" destId="{2F20EDED-DD6F-4EC5-8C91-01EE8DEBF424}" srcOrd="2" destOrd="0" presId="urn:microsoft.com/office/officeart/2008/layout/LinedList"/>
    <dgm:cxn modelId="{3B45B4D9-6A01-4856-B4C6-AC3463EC015B}" type="presParOf" srcId="{23628380-DFA7-49D3-B7C0-236EF8A7EEFB}" destId="{7F232A85-1239-49F4-B764-8CAFE06E2B9F}" srcOrd="3" destOrd="0" presId="urn:microsoft.com/office/officeart/2008/layout/LinedList"/>
    <dgm:cxn modelId="{09B3F63C-09DF-4B62-9D2B-5C4B1671C519}" type="presParOf" srcId="{7F232A85-1239-49F4-B764-8CAFE06E2B9F}" destId="{D05738C9-744F-407C-A423-F8B402F18B80}" srcOrd="0" destOrd="0" presId="urn:microsoft.com/office/officeart/2008/layout/LinedList"/>
    <dgm:cxn modelId="{319B7A90-905A-4EC3-AC13-E079E0C37D9E}" type="presParOf" srcId="{7F232A85-1239-49F4-B764-8CAFE06E2B9F}" destId="{296DE666-FB05-4E63-A095-3AE55C36A19B}" srcOrd="1" destOrd="0" presId="urn:microsoft.com/office/officeart/2008/layout/LinedList"/>
    <dgm:cxn modelId="{8A4CD959-DF74-4CB1-98D4-DE97054D9441}" type="presParOf" srcId="{23628380-DFA7-49D3-B7C0-236EF8A7EEFB}" destId="{16680BFA-4A4F-49B5-87AB-B1A68C3056A9}" srcOrd="4" destOrd="0" presId="urn:microsoft.com/office/officeart/2008/layout/LinedList"/>
    <dgm:cxn modelId="{EC63B2D8-DB75-4F04-9A89-9B710FABAE37}" type="presParOf" srcId="{23628380-DFA7-49D3-B7C0-236EF8A7EEFB}" destId="{214B22EC-0683-4263-B793-460C8FFFEA62}" srcOrd="5" destOrd="0" presId="urn:microsoft.com/office/officeart/2008/layout/LinedList"/>
    <dgm:cxn modelId="{C8607395-C1AA-4712-BD57-41E8500063CC}" type="presParOf" srcId="{214B22EC-0683-4263-B793-460C8FFFEA62}" destId="{520D2C61-82D3-4576-9875-CAD112054626}" srcOrd="0" destOrd="0" presId="urn:microsoft.com/office/officeart/2008/layout/LinedList"/>
    <dgm:cxn modelId="{EDDB6338-BA33-4425-BF6C-4743BD5B3856}" type="presParOf" srcId="{214B22EC-0683-4263-B793-460C8FFFEA62}" destId="{48616903-E99B-4128-9805-49E43EB9AFC6}" srcOrd="1" destOrd="0" presId="urn:microsoft.com/office/officeart/2008/layout/LinedList"/>
    <dgm:cxn modelId="{AEC2F509-F4A7-48CF-A7EB-3BFBBDC38D14}" type="presParOf" srcId="{23628380-DFA7-49D3-B7C0-236EF8A7EEFB}" destId="{3DCA3B23-384A-41E9-A25E-66CA18E64862}" srcOrd="6" destOrd="0" presId="urn:microsoft.com/office/officeart/2008/layout/LinedList"/>
    <dgm:cxn modelId="{5CBAEA3C-1A06-4476-A14A-54129FD2B34C}" type="presParOf" srcId="{23628380-DFA7-49D3-B7C0-236EF8A7EEFB}" destId="{3A453269-6439-42B7-BC18-96C7365C456F}" srcOrd="7" destOrd="0" presId="urn:microsoft.com/office/officeart/2008/layout/LinedList"/>
    <dgm:cxn modelId="{B8944F06-95AE-4925-9A8E-AFF56885FA0B}" type="presParOf" srcId="{3A453269-6439-42B7-BC18-96C7365C456F}" destId="{97497F59-D5B9-4E4E-933A-67F4F11C7302}" srcOrd="0" destOrd="0" presId="urn:microsoft.com/office/officeart/2008/layout/LinedList"/>
    <dgm:cxn modelId="{C380F93D-12F7-4C47-88FF-D6D8A17B04BE}" type="presParOf" srcId="{3A453269-6439-42B7-BC18-96C7365C456F}" destId="{3622E0ED-F721-49CD-9F68-8F2DFEB54F79}" srcOrd="1" destOrd="0" presId="urn:microsoft.com/office/officeart/2008/layout/LinedList"/>
    <dgm:cxn modelId="{AAC24CCB-F19B-4171-AFB3-010B74AE58C7}" type="presParOf" srcId="{23628380-DFA7-49D3-B7C0-236EF8A7EEFB}" destId="{075EC10C-DE4A-4B11-8873-F3ECD2209FA7}" srcOrd="8" destOrd="0" presId="urn:microsoft.com/office/officeart/2008/layout/LinedList"/>
    <dgm:cxn modelId="{44BB42DF-DE69-40AD-9078-DDE9EB599904}" type="presParOf" srcId="{23628380-DFA7-49D3-B7C0-236EF8A7EEFB}" destId="{818E644C-FC83-4361-A69A-E5BE0D52A905}" srcOrd="9" destOrd="0" presId="urn:microsoft.com/office/officeart/2008/layout/LinedList"/>
    <dgm:cxn modelId="{72F74A41-011B-4F17-8044-34A8AF7D5C20}" type="presParOf" srcId="{818E644C-FC83-4361-A69A-E5BE0D52A905}" destId="{05C02A66-5ADA-437E-83C0-BE9F968616E7}" srcOrd="0" destOrd="0" presId="urn:microsoft.com/office/officeart/2008/layout/LinedList"/>
    <dgm:cxn modelId="{AB5B05C5-5ABC-403C-A755-9C27BAE139DD}" type="presParOf" srcId="{818E644C-FC83-4361-A69A-E5BE0D52A905}" destId="{BFB80D6E-91B1-48ED-8D38-F70996B3E553}" srcOrd="1" destOrd="0" presId="urn:microsoft.com/office/officeart/2008/layout/LinedList"/>
    <dgm:cxn modelId="{26BCDB99-3C93-4F57-B2F4-E1B4DCD758D5}" type="presParOf" srcId="{23628380-DFA7-49D3-B7C0-236EF8A7EEFB}" destId="{27B2AD18-C1B2-44F9-857A-C3D7DA44A5C0}" srcOrd="10" destOrd="0" presId="urn:microsoft.com/office/officeart/2008/layout/LinedList"/>
    <dgm:cxn modelId="{75D8AB43-8D12-4C2B-8987-9CE1E835DFA2}" type="presParOf" srcId="{23628380-DFA7-49D3-B7C0-236EF8A7EEFB}" destId="{119206CD-DDFE-4373-BB0A-221F89A6DB6C}" srcOrd="11" destOrd="0" presId="urn:microsoft.com/office/officeart/2008/layout/LinedList"/>
    <dgm:cxn modelId="{5BA72E90-A03A-4573-95A3-7F5E5DBBE289}" type="presParOf" srcId="{119206CD-DDFE-4373-BB0A-221F89A6DB6C}" destId="{40398F44-4F5D-450F-BE2D-C0FD6B5BA488}" srcOrd="0" destOrd="0" presId="urn:microsoft.com/office/officeart/2008/layout/LinedList"/>
    <dgm:cxn modelId="{EDD5F932-FB20-499D-95EF-F0FB7AA32B8B}" type="presParOf" srcId="{119206CD-DDFE-4373-BB0A-221F89A6DB6C}" destId="{D0CEF252-84F7-418A-ADBC-79BB25C4289F}" srcOrd="1" destOrd="0" presId="urn:microsoft.com/office/officeart/2008/layout/LinedList"/>
    <dgm:cxn modelId="{9148C0C0-76F0-4D72-9E40-4A42B1DAECF4}" type="presParOf" srcId="{23628380-DFA7-49D3-B7C0-236EF8A7EEFB}" destId="{D1784EBE-44F6-4A32-8208-0F9B575E7746}" srcOrd="12" destOrd="0" presId="urn:microsoft.com/office/officeart/2008/layout/LinedList"/>
    <dgm:cxn modelId="{9B332EF3-77A2-4821-BE38-772F2C232E8F}" type="presParOf" srcId="{23628380-DFA7-49D3-B7C0-236EF8A7EEFB}" destId="{6C54EB43-A0B3-4214-B7AE-A3276AE98077}" srcOrd="13" destOrd="0" presId="urn:microsoft.com/office/officeart/2008/layout/LinedList"/>
    <dgm:cxn modelId="{0ABDDBA5-6A6D-498D-838E-1F8696AD897D}" type="presParOf" srcId="{6C54EB43-A0B3-4214-B7AE-A3276AE98077}" destId="{B809753A-6A5F-49F7-96EB-663014AD027F}" srcOrd="0" destOrd="0" presId="urn:microsoft.com/office/officeart/2008/layout/LinedList"/>
    <dgm:cxn modelId="{5D54F24D-90F7-4413-BA46-1355DEC5E44B}" type="presParOf" srcId="{6C54EB43-A0B3-4214-B7AE-A3276AE98077}" destId="{34BF7B3E-10A1-435E-9732-C4E1FEAA0EF2}" srcOrd="1" destOrd="0" presId="urn:microsoft.com/office/officeart/2008/layout/LinedList"/>
    <dgm:cxn modelId="{E00F18F5-45A8-462A-86E6-DE47299D1780}" type="presParOf" srcId="{23628380-DFA7-49D3-B7C0-236EF8A7EEFB}" destId="{6842A675-16B2-4E9A-8046-6E46AA2B222A}" srcOrd="14" destOrd="0" presId="urn:microsoft.com/office/officeart/2008/layout/LinedList"/>
    <dgm:cxn modelId="{ED6DE667-5532-44DF-B48D-7039FA1B6F85}" type="presParOf" srcId="{23628380-DFA7-49D3-B7C0-236EF8A7EEFB}" destId="{6E79AB40-4D33-4AF8-B393-A4E6C5E90F30}" srcOrd="15" destOrd="0" presId="urn:microsoft.com/office/officeart/2008/layout/LinedList"/>
    <dgm:cxn modelId="{D2EA530D-3CA6-45D0-AAB0-21C3D6D29FBE}" type="presParOf" srcId="{6E79AB40-4D33-4AF8-B393-A4E6C5E90F30}" destId="{59F2F3B3-7363-4F5F-A926-162B73EBE019}" srcOrd="0" destOrd="0" presId="urn:microsoft.com/office/officeart/2008/layout/LinedList"/>
    <dgm:cxn modelId="{3CBDB67F-1A22-4069-92DB-0AB34CB8C7E7}" type="presParOf" srcId="{6E79AB40-4D33-4AF8-B393-A4E6C5E90F30}" destId="{EA938B63-72AD-4309-853E-60E2F18646C5}" srcOrd="1" destOrd="0" presId="urn:microsoft.com/office/officeart/2008/layout/LinedList"/>
    <dgm:cxn modelId="{A3200027-51F3-485C-914A-D146569D1D3E}" type="presParOf" srcId="{23628380-DFA7-49D3-B7C0-236EF8A7EEFB}" destId="{18EA8A6F-8659-4167-BF34-F83650108B4B}" srcOrd="16" destOrd="0" presId="urn:microsoft.com/office/officeart/2008/layout/LinedList"/>
    <dgm:cxn modelId="{0D0508E3-BEE1-4C03-A9AC-DED2C69DEA89}" type="presParOf" srcId="{23628380-DFA7-49D3-B7C0-236EF8A7EEFB}" destId="{E1A7561D-2D6D-4C3F-8ED6-FDC4CC646738}" srcOrd="17" destOrd="0" presId="urn:microsoft.com/office/officeart/2008/layout/LinedList"/>
    <dgm:cxn modelId="{530E9203-1746-412D-B15F-F1DAA3F8C76F}" type="presParOf" srcId="{E1A7561D-2D6D-4C3F-8ED6-FDC4CC646738}" destId="{748BAC0F-A09A-4C47-B65D-81C3390EB0FF}" srcOrd="0" destOrd="0" presId="urn:microsoft.com/office/officeart/2008/layout/LinedList"/>
    <dgm:cxn modelId="{E2ACFDE7-3701-4E56-B193-299EAE2B374F}" type="presParOf" srcId="{E1A7561D-2D6D-4C3F-8ED6-FDC4CC646738}" destId="{0C30B336-713E-4FF0-A172-95758B57F50C}" srcOrd="1" destOrd="0" presId="urn:microsoft.com/office/officeart/2008/layout/LinedList"/>
    <dgm:cxn modelId="{A272F266-BD32-4C86-BB29-4478B8883CA6}" type="presParOf" srcId="{23628380-DFA7-49D3-B7C0-236EF8A7EEFB}" destId="{98733849-A268-46E0-B7E6-6544B76D72EE}" srcOrd="18" destOrd="0" presId="urn:microsoft.com/office/officeart/2008/layout/LinedList"/>
    <dgm:cxn modelId="{C17A0163-D2F3-4F63-B5A7-1F7230E9238C}" type="presParOf" srcId="{23628380-DFA7-49D3-B7C0-236EF8A7EEFB}" destId="{107F2324-7ADC-4B5F-9D65-C82B27EBED97}" srcOrd="19" destOrd="0" presId="urn:microsoft.com/office/officeart/2008/layout/LinedList"/>
    <dgm:cxn modelId="{0C6C67EF-B764-4FF4-99DA-170C0A3EF566}" type="presParOf" srcId="{107F2324-7ADC-4B5F-9D65-C82B27EBED97}" destId="{3381B362-F718-4A95-80B8-C01072895408}" srcOrd="0" destOrd="0" presId="urn:microsoft.com/office/officeart/2008/layout/LinedList"/>
    <dgm:cxn modelId="{847884E8-03C8-4FB1-B256-8165AF1EFA5C}" type="presParOf" srcId="{107F2324-7ADC-4B5F-9D65-C82B27EBED97}" destId="{071815A8-0185-4999-A7AB-3C09AD54D504}" srcOrd="1" destOrd="0" presId="urn:microsoft.com/office/officeart/2008/layout/LinedList"/>
    <dgm:cxn modelId="{C713E2F4-817D-4223-A51B-2BECF2EEF7D9}" type="presParOf" srcId="{23628380-DFA7-49D3-B7C0-236EF8A7EEFB}" destId="{2E573383-4CA6-4BCA-82CC-D214D2FABAB5}" srcOrd="20" destOrd="0" presId="urn:microsoft.com/office/officeart/2008/layout/LinedList"/>
    <dgm:cxn modelId="{08615DF2-93BE-4DE6-97E4-B6ACF406A010}" type="presParOf" srcId="{23628380-DFA7-49D3-B7C0-236EF8A7EEFB}" destId="{4E761E16-F1E1-4DDA-AB79-D96BD01AB14E}" srcOrd="21" destOrd="0" presId="urn:microsoft.com/office/officeart/2008/layout/LinedList"/>
    <dgm:cxn modelId="{E8D37A73-3EF0-4AA1-8D6D-846D11587075}" type="presParOf" srcId="{4E761E16-F1E1-4DDA-AB79-D96BD01AB14E}" destId="{56431D84-F77C-43FB-B66F-FF27BD7B66D9}" srcOrd="0" destOrd="0" presId="urn:microsoft.com/office/officeart/2008/layout/LinedList"/>
    <dgm:cxn modelId="{177DC09A-78DD-4A41-97D0-4C0DBA72F5EF}" type="presParOf" srcId="{4E761E16-F1E1-4DDA-AB79-D96BD01AB14E}" destId="{9A1E3A03-9D70-45A3-B0D7-1E661F49A465}" srcOrd="1" destOrd="0" presId="urn:microsoft.com/office/officeart/2008/layout/LinedList"/>
    <dgm:cxn modelId="{358D2170-676E-4E72-B722-9CC648C03B44}" type="presParOf" srcId="{23628380-DFA7-49D3-B7C0-236EF8A7EEFB}" destId="{A5A90DDC-C87C-4683-B29A-148AA5CAB3CD}" srcOrd="22" destOrd="0" presId="urn:microsoft.com/office/officeart/2008/layout/LinedList"/>
    <dgm:cxn modelId="{F522BB7F-A2F4-4519-BC03-2E927ACBFFDD}" type="presParOf" srcId="{23628380-DFA7-49D3-B7C0-236EF8A7EEFB}" destId="{596F33BA-063F-4CC0-BF51-CA2E204C3D60}" srcOrd="23" destOrd="0" presId="urn:microsoft.com/office/officeart/2008/layout/LinedList"/>
    <dgm:cxn modelId="{66BA3FA4-FCF7-4E89-8873-2269EC30BA6C}" type="presParOf" srcId="{596F33BA-063F-4CC0-BF51-CA2E204C3D60}" destId="{E0FD5555-176C-4A23-9EE9-6F731516CA80}" srcOrd="0" destOrd="0" presId="urn:microsoft.com/office/officeart/2008/layout/LinedList"/>
    <dgm:cxn modelId="{87EDE8C9-6CB7-403A-962F-0C1ED0BFBD03}" type="presParOf" srcId="{596F33BA-063F-4CC0-BF51-CA2E204C3D60}" destId="{584B3211-FB61-4E91-8D6B-A0136F5C3522}" srcOrd="1" destOrd="0" presId="urn:microsoft.com/office/officeart/2008/layout/LinedList"/>
    <dgm:cxn modelId="{3B23B4BA-3EBE-4EF7-9AD1-4DAEA3EB7487}" type="presParOf" srcId="{23628380-DFA7-49D3-B7C0-236EF8A7EEFB}" destId="{B02A2BE0-DEF9-46D5-ADFC-2BA10F7163F9}" srcOrd="24" destOrd="0" presId="urn:microsoft.com/office/officeart/2008/layout/LinedList"/>
    <dgm:cxn modelId="{812FA157-6103-4FBF-B291-82D34EA88BED}" type="presParOf" srcId="{23628380-DFA7-49D3-B7C0-236EF8A7EEFB}" destId="{89BDB881-C5C6-432B-A96D-41797A33FDF6}" srcOrd="25" destOrd="0" presId="urn:microsoft.com/office/officeart/2008/layout/LinedList"/>
    <dgm:cxn modelId="{8FBD25E3-52A3-4BC0-A54E-01FDBC048A48}" type="presParOf" srcId="{89BDB881-C5C6-432B-A96D-41797A33FDF6}" destId="{ACA2A894-5517-44D8-BBBB-E92F7F93B6B6}" srcOrd="0" destOrd="0" presId="urn:microsoft.com/office/officeart/2008/layout/LinedList"/>
    <dgm:cxn modelId="{5B666629-733B-474D-B3F6-043574CBBB7B}" type="presParOf" srcId="{89BDB881-C5C6-432B-A96D-41797A33FDF6}" destId="{2E463EF7-32C5-47EE-9271-EF6C8A606983}" srcOrd="1" destOrd="0" presId="urn:microsoft.com/office/officeart/2008/layout/LinedList"/>
    <dgm:cxn modelId="{BC7B13BD-6C54-4E3C-96CB-083B51DC8B22}" type="presParOf" srcId="{23628380-DFA7-49D3-B7C0-236EF8A7EEFB}" destId="{1E3647B9-AC7C-4937-B0C7-A07E680C45D8}" srcOrd="26" destOrd="0" presId="urn:microsoft.com/office/officeart/2008/layout/LinedList"/>
    <dgm:cxn modelId="{1D780B91-EC76-4915-852B-F693DD33019A}" type="presParOf" srcId="{23628380-DFA7-49D3-B7C0-236EF8A7EEFB}" destId="{73EDD675-32AD-4716-B386-1421C5817967}" srcOrd="27" destOrd="0" presId="urn:microsoft.com/office/officeart/2008/layout/LinedList"/>
    <dgm:cxn modelId="{C6CD8DB7-8296-4206-B864-5D33011C2901}" type="presParOf" srcId="{73EDD675-32AD-4716-B386-1421C5817967}" destId="{98FE5106-6329-4C58-BEAB-CBA0B3C19A24}" srcOrd="0" destOrd="0" presId="urn:microsoft.com/office/officeart/2008/layout/LinedList"/>
    <dgm:cxn modelId="{DFE57FFF-85AD-4429-9E05-E7F2FAB638A6}" type="presParOf" srcId="{73EDD675-32AD-4716-B386-1421C5817967}" destId="{C3CF59C3-A172-494F-AB35-D43A95E32B4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FC1D96-0C58-4E20-9647-486A4E277ADC}">
      <dsp:nvSpPr>
        <dsp:cNvPr id="0" name=""/>
        <dsp:cNvSpPr/>
      </dsp:nvSpPr>
      <dsp:spPr>
        <a:xfrm>
          <a:off x="1719" y="1084671"/>
          <a:ext cx="2728786" cy="1880133"/>
        </a:xfrm>
        <a:prstGeom prst="round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17000" b="-17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A1A1EB-359D-4B9D-BD5B-7065CEB16324}">
      <dsp:nvSpPr>
        <dsp:cNvPr id="0" name=""/>
        <dsp:cNvSpPr/>
      </dsp:nvSpPr>
      <dsp:spPr>
        <a:xfrm>
          <a:off x="1719" y="2964805"/>
          <a:ext cx="2728786" cy="10123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0" i="0" u="none" kern="1200" dirty="0"/>
            <a:t>«залить» — загрузить или отправить файл;</a:t>
          </a:r>
          <a:endParaRPr lang="ru-RU" sz="1200" b="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0" i="0" u="none" kern="1200" dirty="0"/>
            <a:t>«битый» — неработающий файл;</a:t>
          </a:r>
          <a:endParaRPr lang="ru-RU" sz="1200" b="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0" i="0" u="none" kern="1200" dirty="0"/>
            <a:t>«выкатить» — сделать новую версию или функцию доступной пользователю;</a:t>
          </a:r>
          <a:endParaRPr lang="ru-RU" sz="1200" b="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0" i="0" u="none" kern="1200" dirty="0"/>
            <a:t>«</a:t>
          </a:r>
          <a:r>
            <a:rPr lang="ru-RU" sz="1200" b="0" i="0" u="none" kern="1200" dirty="0" err="1"/>
            <a:t>чекнуть</a:t>
          </a:r>
          <a:r>
            <a:rPr lang="ru-RU" sz="1200" b="0" i="0" u="none" kern="1200" dirty="0"/>
            <a:t>» — проверить;</a:t>
          </a:r>
          <a:endParaRPr lang="ru-RU" sz="1200" b="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0" i="0" u="none" kern="1200" dirty="0"/>
            <a:t>«запилить» — добавить новую функцию;</a:t>
          </a:r>
          <a:endParaRPr lang="ru-RU" sz="1200" b="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0" i="0" u="none" kern="1200" dirty="0"/>
            <a:t>«глючить» — работать с ошибками или перебоями.</a:t>
          </a:r>
          <a:endParaRPr lang="ru-RU" sz="1200" b="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200" kern="1200" dirty="0"/>
        </a:p>
      </dsp:txBody>
      <dsp:txXfrm>
        <a:off x="1719" y="2964805"/>
        <a:ext cx="2728786" cy="1012379"/>
      </dsp:txXfrm>
    </dsp:sp>
    <dsp:sp modelId="{0819D8D8-C96C-4081-8F74-1B523AAA9429}">
      <dsp:nvSpPr>
        <dsp:cNvPr id="0" name=""/>
        <dsp:cNvSpPr/>
      </dsp:nvSpPr>
      <dsp:spPr>
        <a:xfrm>
          <a:off x="3003499" y="1084671"/>
          <a:ext cx="2728786" cy="1880133"/>
        </a:xfrm>
        <a:prstGeom prst="round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17000" b="-17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1F54DA-E251-4CC1-90B0-E6B3F7C4EA19}">
      <dsp:nvSpPr>
        <dsp:cNvPr id="0" name=""/>
        <dsp:cNvSpPr/>
      </dsp:nvSpPr>
      <dsp:spPr>
        <a:xfrm>
          <a:off x="3003499" y="2964805"/>
          <a:ext cx="2728786" cy="10123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u="none" kern="1200" dirty="0"/>
            <a:t>«комп» — компьютер;</a:t>
          </a:r>
          <a:endParaRPr lang="ru-RU" sz="1400" b="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u="none" kern="1200" dirty="0"/>
            <a:t>«</a:t>
          </a:r>
          <a:r>
            <a:rPr lang="ru-RU" sz="1400" b="0" i="0" u="none" kern="1200" dirty="0" err="1"/>
            <a:t>инет</a:t>
          </a:r>
          <a:r>
            <a:rPr lang="ru-RU" sz="1400" b="0" i="0" u="none" kern="1200" dirty="0"/>
            <a:t>» — интернет;</a:t>
          </a:r>
          <a:endParaRPr lang="ru-RU" sz="1400" b="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u="none" kern="1200" dirty="0"/>
            <a:t>«ОМГ» — </a:t>
          </a:r>
          <a:r>
            <a:rPr lang="en-US" sz="1400" b="0" i="0" u="none" kern="1200" dirty="0"/>
            <a:t>oh my god</a:t>
          </a:r>
          <a:r>
            <a:rPr lang="ru-RU" sz="1400" b="0" i="0" u="none" kern="1200" dirty="0"/>
            <a:t>;</a:t>
          </a:r>
          <a:endParaRPr lang="ru-RU" sz="1400" b="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u="none" kern="1200" dirty="0"/>
            <a:t>«ИМХО» — </a:t>
          </a:r>
          <a:r>
            <a:rPr lang="en-US" sz="1400" b="0" i="0" u="none" kern="1200" dirty="0"/>
            <a:t>in my humble opinion</a:t>
          </a:r>
          <a:r>
            <a:rPr lang="ru-RU" sz="1400" b="0" i="0" u="none" kern="1200" dirty="0"/>
            <a:t>;</a:t>
          </a:r>
          <a:endParaRPr lang="ru-RU" sz="1400" b="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u="none" kern="1200" dirty="0"/>
            <a:t>«ЛОЛ»</a:t>
          </a:r>
          <a:r>
            <a:rPr lang="en-US" sz="1400" b="0" i="0" u="none" kern="1200" dirty="0"/>
            <a:t> </a:t>
          </a:r>
          <a:r>
            <a:rPr lang="ru-RU" sz="1400" b="0" i="0" u="none" kern="1200" dirty="0"/>
            <a:t>—</a:t>
          </a:r>
          <a:r>
            <a:rPr lang="en-US" sz="1400" b="0" i="0" u="none" kern="1200" dirty="0"/>
            <a:t> laugh out loud</a:t>
          </a:r>
          <a:r>
            <a:rPr lang="ru-RU" sz="1400" b="0" i="0" u="none" kern="1200" dirty="0"/>
            <a:t>;</a:t>
          </a:r>
          <a:endParaRPr lang="ru-RU" sz="1400" b="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u="none" kern="1200" dirty="0"/>
            <a:t>«АФК»</a:t>
          </a:r>
          <a:r>
            <a:rPr lang="en-US" sz="1400" b="0" i="0" u="none" kern="1200" dirty="0"/>
            <a:t> </a:t>
          </a:r>
          <a:r>
            <a:rPr lang="ru-RU" sz="1400" b="0" i="0" u="none" kern="1200" dirty="0"/>
            <a:t>—</a:t>
          </a:r>
          <a:r>
            <a:rPr lang="en-US" sz="1400" b="0" i="0" u="none" kern="1200" dirty="0"/>
            <a:t> away from keyboard</a:t>
          </a:r>
          <a:r>
            <a:rPr lang="ru-RU" sz="1400" b="0" i="0" u="none" kern="1200" dirty="0"/>
            <a:t>;</a:t>
          </a:r>
          <a:endParaRPr lang="ru-RU" sz="1400" b="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u="none" kern="1200" dirty="0"/>
            <a:t>«ИРЛ» — </a:t>
          </a:r>
          <a:r>
            <a:rPr lang="en-US" sz="1400" b="0" i="0" u="none" kern="1200" dirty="0"/>
            <a:t>in real life</a:t>
          </a:r>
          <a:endParaRPr lang="ru-RU" sz="1400" b="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200" kern="1200" dirty="0"/>
        </a:p>
      </dsp:txBody>
      <dsp:txXfrm>
        <a:off x="3003499" y="2964805"/>
        <a:ext cx="2728786" cy="1012379"/>
      </dsp:txXfrm>
    </dsp:sp>
    <dsp:sp modelId="{A281BF7F-3E77-454E-9A3B-FD835A62D0C6}">
      <dsp:nvSpPr>
        <dsp:cNvPr id="0" name=""/>
        <dsp:cNvSpPr/>
      </dsp:nvSpPr>
      <dsp:spPr>
        <a:xfrm>
          <a:off x="6005278" y="1084671"/>
          <a:ext cx="2728786" cy="1880133"/>
        </a:xfrm>
        <a:prstGeom prst="round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17000" b="-17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FEB02B-F466-414D-82A0-3B816B186E8C}">
      <dsp:nvSpPr>
        <dsp:cNvPr id="0" name=""/>
        <dsp:cNvSpPr/>
      </dsp:nvSpPr>
      <dsp:spPr>
        <a:xfrm>
          <a:off x="6005278" y="2964805"/>
          <a:ext cx="2728786" cy="10123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u="none" kern="1200" dirty="0"/>
            <a:t>«читер» — игрок, использующий запрещенные или сторонние программы;</a:t>
          </a:r>
          <a:endParaRPr lang="ru-RU" sz="1400" b="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u="none" kern="1200" dirty="0"/>
            <a:t>«бан» — ограничение действий игрока;</a:t>
          </a:r>
          <a:endParaRPr lang="ru-RU" sz="1400" b="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u="none" kern="1200" dirty="0"/>
            <a:t>«</a:t>
          </a:r>
          <a:r>
            <a:rPr lang="ru-RU" sz="1400" b="0" i="0" u="none" kern="1200" dirty="0" err="1"/>
            <a:t>нуб</a:t>
          </a:r>
          <a:r>
            <a:rPr lang="ru-RU" sz="1400" b="0" i="0" u="none" kern="1200" dirty="0"/>
            <a:t>» — новичок;</a:t>
          </a:r>
          <a:endParaRPr lang="ru-RU" sz="1400" b="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u="none" kern="1200" dirty="0"/>
            <a:t>«донатить» — покупать внутриигровые предметы или валюту за реальные деньги.</a:t>
          </a:r>
          <a:endParaRPr lang="ru-RU" sz="1400" b="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200" kern="1200" dirty="0"/>
        </a:p>
      </dsp:txBody>
      <dsp:txXfrm>
        <a:off x="6005278" y="2964805"/>
        <a:ext cx="2728786" cy="10123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BFF968-8784-4E12-BF75-FB966F4BF4F9}">
      <dsp:nvSpPr>
        <dsp:cNvPr id="0" name=""/>
        <dsp:cNvSpPr/>
      </dsp:nvSpPr>
      <dsp:spPr>
        <a:xfrm>
          <a:off x="929481" y="0"/>
          <a:ext cx="5051424" cy="5051424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6E6169F-5F22-4A86-A2BF-EB6F6B935BAF}">
      <dsp:nvSpPr>
        <dsp:cNvPr id="0" name=""/>
        <dsp:cNvSpPr/>
      </dsp:nvSpPr>
      <dsp:spPr>
        <a:xfrm>
          <a:off x="1409366" y="479885"/>
          <a:ext cx="1970055" cy="197005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Коммуникативная функция</a:t>
          </a:r>
          <a:endParaRPr lang="en-US" sz="1600" kern="1200"/>
        </a:p>
      </dsp:txBody>
      <dsp:txXfrm>
        <a:off x="1505536" y="576055"/>
        <a:ext cx="1777715" cy="1777715"/>
      </dsp:txXfrm>
    </dsp:sp>
    <dsp:sp modelId="{E0182EDC-C533-497D-9350-3AA8D2505D96}">
      <dsp:nvSpPr>
        <dsp:cNvPr id="0" name=""/>
        <dsp:cNvSpPr/>
      </dsp:nvSpPr>
      <dsp:spPr>
        <a:xfrm>
          <a:off x="3530964" y="479885"/>
          <a:ext cx="1970055" cy="1970055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3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3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Экспрессивная функция</a:t>
          </a:r>
          <a:endParaRPr lang="en-US" sz="1600" kern="1200"/>
        </a:p>
      </dsp:txBody>
      <dsp:txXfrm>
        <a:off x="3627134" y="576055"/>
        <a:ext cx="1777715" cy="1777715"/>
      </dsp:txXfrm>
    </dsp:sp>
    <dsp:sp modelId="{7FCF7087-A49F-40DF-A0D9-72AEF3FF1564}">
      <dsp:nvSpPr>
        <dsp:cNvPr id="0" name=""/>
        <dsp:cNvSpPr/>
      </dsp:nvSpPr>
      <dsp:spPr>
        <a:xfrm>
          <a:off x="1409366" y="2601483"/>
          <a:ext cx="1970055" cy="1970055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4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4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Функция групповой идентификации</a:t>
          </a:r>
          <a:endParaRPr lang="en-US" sz="1600" kern="1200"/>
        </a:p>
      </dsp:txBody>
      <dsp:txXfrm>
        <a:off x="1505536" y="2697653"/>
        <a:ext cx="1777715" cy="1777715"/>
      </dsp:txXfrm>
    </dsp:sp>
    <dsp:sp modelId="{114D93E0-9C71-4F00-9085-B0DE0C53D6C9}">
      <dsp:nvSpPr>
        <dsp:cNvPr id="0" name=""/>
        <dsp:cNvSpPr/>
      </dsp:nvSpPr>
      <dsp:spPr>
        <a:xfrm>
          <a:off x="3530964" y="2601483"/>
          <a:ext cx="1970055" cy="197005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5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5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Функция языковой экономии</a:t>
          </a:r>
          <a:endParaRPr lang="en-US" sz="1600" kern="1200"/>
        </a:p>
      </dsp:txBody>
      <dsp:txXfrm>
        <a:off x="3627134" y="2697653"/>
        <a:ext cx="1777715" cy="17777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A3BF9-2A32-489A-8C04-1B9F6C0E06FB}">
      <dsp:nvSpPr>
        <dsp:cNvPr id="0" name=""/>
        <dsp:cNvSpPr/>
      </dsp:nvSpPr>
      <dsp:spPr>
        <a:xfrm>
          <a:off x="2946" y="373475"/>
          <a:ext cx="2337792" cy="140267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развитие персональных компьютеров;</a:t>
          </a:r>
          <a:endParaRPr lang="en-US" sz="1900" kern="1200"/>
        </a:p>
      </dsp:txBody>
      <dsp:txXfrm>
        <a:off x="2946" y="373475"/>
        <a:ext cx="2337792" cy="1402675"/>
      </dsp:txXfrm>
    </dsp:sp>
    <dsp:sp modelId="{C2E92ABE-4631-43DD-BD91-0D5D55F96DFB}">
      <dsp:nvSpPr>
        <dsp:cNvPr id="0" name=""/>
        <dsp:cNvSpPr/>
      </dsp:nvSpPr>
      <dsp:spPr>
        <a:xfrm>
          <a:off x="2574518" y="373475"/>
          <a:ext cx="2337792" cy="1402675"/>
        </a:xfrm>
        <a:prstGeom prst="rect">
          <a:avLst/>
        </a:prstGeom>
        <a:solidFill>
          <a:schemeClr val="accent5">
            <a:hueOff val="2526383"/>
            <a:satOff val="-10264"/>
            <a:lumOff val="-226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распространение Интернета;</a:t>
          </a:r>
          <a:endParaRPr lang="en-US" sz="1900" kern="1200"/>
        </a:p>
      </dsp:txBody>
      <dsp:txXfrm>
        <a:off x="2574518" y="373475"/>
        <a:ext cx="2337792" cy="1402675"/>
      </dsp:txXfrm>
    </dsp:sp>
    <dsp:sp modelId="{AEA73947-225D-492E-B7D9-BEC14C1868D5}">
      <dsp:nvSpPr>
        <dsp:cNvPr id="0" name=""/>
        <dsp:cNvSpPr/>
      </dsp:nvSpPr>
      <dsp:spPr>
        <a:xfrm>
          <a:off x="5146089" y="373475"/>
          <a:ext cx="2337792" cy="1402675"/>
        </a:xfrm>
        <a:prstGeom prst="rect">
          <a:avLst/>
        </a:prstGeom>
        <a:solidFill>
          <a:schemeClr val="accent5">
            <a:hueOff val="5052766"/>
            <a:satOff val="-20529"/>
            <a:lumOff val="-453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развитие социальных сетей;</a:t>
          </a:r>
          <a:endParaRPr lang="en-US" sz="1900" kern="1200"/>
        </a:p>
      </dsp:txBody>
      <dsp:txXfrm>
        <a:off x="5146089" y="373475"/>
        <a:ext cx="2337792" cy="1402675"/>
      </dsp:txXfrm>
    </dsp:sp>
    <dsp:sp modelId="{0A0F9704-0477-4D1E-9198-213763FE13E8}">
      <dsp:nvSpPr>
        <dsp:cNvPr id="0" name=""/>
        <dsp:cNvSpPr/>
      </dsp:nvSpPr>
      <dsp:spPr>
        <a:xfrm>
          <a:off x="7717661" y="373475"/>
          <a:ext cx="2337792" cy="1402675"/>
        </a:xfrm>
        <a:prstGeom prst="rect">
          <a:avLst/>
        </a:prstGeom>
        <a:solidFill>
          <a:schemeClr val="accent5">
            <a:hueOff val="7579148"/>
            <a:satOff val="-30793"/>
            <a:lumOff val="-680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появление онлайн-игр;</a:t>
          </a:r>
          <a:endParaRPr lang="en-US" sz="1900" kern="1200"/>
        </a:p>
      </dsp:txBody>
      <dsp:txXfrm>
        <a:off x="7717661" y="373475"/>
        <a:ext cx="2337792" cy="1402675"/>
      </dsp:txXfrm>
    </dsp:sp>
    <dsp:sp modelId="{CC728854-221D-421D-8A0E-E4CC3CA8CC6E}">
      <dsp:nvSpPr>
        <dsp:cNvPr id="0" name=""/>
        <dsp:cNvSpPr/>
      </dsp:nvSpPr>
      <dsp:spPr>
        <a:xfrm>
          <a:off x="2946" y="2009929"/>
          <a:ext cx="2337792" cy="1402675"/>
        </a:xfrm>
        <a:prstGeom prst="rect">
          <a:avLst/>
        </a:prstGeom>
        <a:solidFill>
          <a:schemeClr val="accent5">
            <a:hueOff val="10105531"/>
            <a:satOff val="-41058"/>
            <a:lumOff val="-907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программирование;</a:t>
          </a:r>
          <a:endParaRPr lang="en-US" sz="1900" kern="1200"/>
        </a:p>
      </dsp:txBody>
      <dsp:txXfrm>
        <a:off x="2946" y="2009929"/>
        <a:ext cx="2337792" cy="1402675"/>
      </dsp:txXfrm>
    </dsp:sp>
    <dsp:sp modelId="{F492B07D-915A-4518-92F6-AB397921F672}">
      <dsp:nvSpPr>
        <dsp:cNvPr id="0" name=""/>
        <dsp:cNvSpPr/>
      </dsp:nvSpPr>
      <dsp:spPr>
        <a:xfrm>
          <a:off x="2574518" y="2009929"/>
          <a:ext cx="2337792" cy="1402675"/>
        </a:xfrm>
        <a:prstGeom prst="rect">
          <a:avLst/>
        </a:prstGeom>
        <a:solidFill>
          <a:schemeClr val="accent5">
            <a:hueOff val="12631914"/>
            <a:satOff val="-51322"/>
            <a:lumOff val="-1134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цифровая коммуникация;</a:t>
          </a:r>
          <a:endParaRPr lang="en-US" sz="1900" kern="1200"/>
        </a:p>
      </dsp:txBody>
      <dsp:txXfrm>
        <a:off x="2574518" y="2009929"/>
        <a:ext cx="2337792" cy="1402675"/>
      </dsp:txXfrm>
    </dsp:sp>
    <dsp:sp modelId="{C089CEBA-4033-4BAB-8A14-FBB150F9F4C0}">
      <dsp:nvSpPr>
        <dsp:cNvPr id="0" name=""/>
        <dsp:cNvSpPr/>
      </dsp:nvSpPr>
      <dsp:spPr>
        <a:xfrm>
          <a:off x="5146089" y="2009929"/>
          <a:ext cx="2337792" cy="1402675"/>
        </a:xfrm>
        <a:prstGeom prst="rect">
          <a:avLst/>
        </a:prstGeom>
        <a:solidFill>
          <a:schemeClr val="accent5">
            <a:hueOff val="15158297"/>
            <a:satOff val="-61587"/>
            <a:lumOff val="-1361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развитие программного обеспечения;</a:t>
          </a:r>
          <a:endParaRPr lang="en-US" sz="1900" kern="1200"/>
        </a:p>
      </dsp:txBody>
      <dsp:txXfrm>
        <a:off x="5146089" y="2009929"/>
        <a:ext cx="2337792" cy="1402675"/>
      </dsp:txXfrm>
    </dsp:sp>
    <dsp:sp modelId="{EFCB096D-7124-438F-9D49-6C11636BF12B}">
      <dsp:nvSpPr>
        <dsp:cNvPr id="0" name=""/>
        <dsp:cNvSpPr/>
      </dsp:nvSpPr>
      <dsp:spPr>
        <a:xfrm>
          <a:off x="7717661" y="2009929"/>
          <a:ext cx="2337792" cy="1402675"/>
        </a:xfrm>
        <a:prstGeom prst="rect">
          <a:avLst/>
        </a:prstGeom>
        <a:solidFill>
          <a:schemeClr val="accent5">
            <a:hueOff val="17684680"/>
            <a:satOff val="-71851"/>
            <a:lumOff val="-1588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изменение способов получения и передачи информации.</a:t>
          </a:r>
          <a:endParaRPr lang="en-US" sz="1900" kern="1200"/>
        </a:p>
      </dsp:txBody>
      <dsp:txXfrm>
        <a:off x="7717661" y="2009929"/>
        <a:ext cx="2337792" cy="140267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B9129F-FF75-46CA-8E5C-656ACABF4EFE}">
      <dsp:nvSpPr>
        <dsp:cNvPr id="0" name=""/>
        <dsp:cNvSpPr/>
      </dsp:nvSpPr>
      <dsp:spPr>
        <a:xfrm>
          <a:off x="2541606" y="1024"/>
          <a:ext cx="2859307" cy="43223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мышь — </a:t>
          </a:r>
          <a:r>
            <a:rPr lang="ru-RU" sz="1200" kern="1200" dirty="0" err="1"/>
            <a:t>mouse</a:t>
          </a:r>
          <a:r>
            <a:rPr lang="ru-RU" sz="1200" kern="1200" dirty="0"/>
            <a:t> (компьютерное устройство)</a:t>
          </a:r>
          <a:endParaRPr lang="en-US" sz="1200" kern="1200" dirty="0"/>
        </a:p>
      </dsp:txBody>
      <dsp:txXfrm>
        <a:off x="2562706" y="22124"/>
        <a:ext cx="2817107" cy="390036"/>
      </dsp:txXfrm>
    </dsp:sp>
    <dsp:sp modelId="{C3ECED6C-1D1C-4531-94E1-46FBB7A9C6C1}">
      <dsp:nvSpPr>
        <dsp:cNvPr id="0" name=""/>
        <dsp:cNvSpPr/>
      </dsp:nvSpPr>
      <dsp:spPr>
        <a:xfrm>
          <a:off x="2541606" y="454873"/>
          <a:ext cx="2859307" cy="43223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/>
            <a:t>флешка — flash drive</a:t>
          </a:r>
          <a:endParaRPr lang="en-US" sz="1200" kern="1200"/>
        </a:p>
      </dsp:txBody>
      <dsp:txXfrm>
        <a:off x="2562706" y="475973"/>
        <a:ext cx="2817107" cy="390036"/>
      </dsp:txXfrm>
    </dsp:sp>
    <dsp:sp modelId="{7942CB51-0CA7-4606-AC84-CB7289F54911}">
      <dsp:nvSpPr>
        <dsp:cNvPr id="0" name=""/>
        <dsp:cNvSpPr/>
      </dsp:nvSpPr>
      <dsp:spPr>
        <a:xfrm>
          <a:off x="2541606" y="908721"/>
          <a:ext cx="2859307" cy="43223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/>
            <a:t>гуглить — Google</a:t>
          </a:r>
          <a:endParaRPr lang="en-US" sz="1200" kern="1200"/>
        </a:p>
      </dsp:txBody>
      <dsp:txXfrm>
        <a:off x="2562706" y="929821"/>
        <a:ext cx="2817107" cy="390036"/>
      </dsp:txXfrm>
    </dsp:sp>
    <dsp:sp modelId="{B25F7914-955C-432E-89A9-0A19BD467ACC}">
      <dsp:nvSpPr>
        <dsp:cNvPr id="0" name=""/>
        <dsp:cNvSpPr/>
      </dsp:nvSpPr>
      <dsp:spPr>
        <a:xfrm>
          <a:off x="2541606" y="1362569"/>
          <a:ext cx="2859307" cy="43223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/>
            <a:t>оперативка — оперативная память</a:t>
          </a:r>
          <a:endParaRPr lang="en-US" sz="1200" kern="1200"/>
        </a:p>
      </dsp:txBody>
      <dsp:txXfrm>
        <a:off x="2562706" y="1383669"/>
        <a:ext cx="2817107" cy="390036"/>
      </dsp:txXfrm>
    </dsp:sp>
    <dsp:sp modelId="{1F31CD2F-A22D-4D30-8810-5EEFF2797143}">
      <dsp:nvSpPr>
        <dsp:cNvPr id="0" name=""/>
        <dsp:cNvSpPr/>
      </dsp:nvSpPr>
      <dsp:spPr>
        <a:xfrm>
          <a:off x="2541606" y="1816418"/>
          <a:ext cx="2859307" cy="43223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/>
            <a:t>аська — ICQ</a:t>
          </a:r>
          <a:endParaRPr lang="en-US" sz="1200" kern="1200"/>
        </a:p>
      </dsp:txBody>
      <dsp:txXfrm>
        <a:off x="2562706" y="1837518"/>
        <a:ext cx="2817107" cy="390036"/>
      </dsp:txXfrm>
    </dsp:sp>
    <dsp:sp modelId="{C7B84969-940B-4A66-BAF2-853ADF65917D}">
      <dsp:nvSpPr>
        <dsp:cNvPr id="0" name=""/>
        <dsp:cNvSpPr/>
      </dsp:nvSpPr>
      <dsp:spPr>
        <a:xfrm>
          <a:off x="2541606" y="2270266"/>
          <a:ext cx="2859307" cy="43223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/>
            <a:t>мыло — e-mail</a:t>
          </a:r>
          <a:endParaRPr lang="en-US" sz="1200" kern="1200"/>
        </a:p>
      </dsp:txBody>
      <dsp:txXfrm>
        <a:off x="2562706" y="2291366"/>
        <a:ext cx="2817107" cy="390036"/>
      </dsp:txXfrm>
    </dsp:sp>
    <dsp:sp modelId="{28E7A710-40EA-4031-9DB4-99EA20DA1474}">
      <dsp:nvSpPr>
        <dsp:cNvPr id="0" name=""/>
        <dsp:cNvSpPr/>
      </dsp:nvSpPr>
      <dsp:spPr>
        <a:xfrm>
          <a:off x="2541606" y="2724115"/>
          <a:ext cx="2859307" cy="43223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/>
            <a:t>вебка — веб-камера</a:t>
          </a:r>
          <a:endParaRPr lang="en-US" sz="1200" kern="1200"/>
        </a:p>
      </dsp:txBody>
      <dsp:txXfrm>
        <a:off x="2562706" y="2745215"/>
        <a:ext cx="2817107" cy="390036"/>
      </dsp:txXfrm>
    </dsp:sp>
    <dsp:sp modelId="{087C800A-34CF-463A-AA6C-72C2F171D4EA}">
      <dsp:nvSpPr>
        <dsp:cNvPr id="0" name=""/>
        <dsp:cNvSpPr/>
      </dsp:nvSpPr>
      <dsp:spPr>
        <a:xfrm>
          <a:off x="2541606" y="3177963"/>
          <a:ext cx="2859307" cy="43223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/>
            <a:t>железо — hardware (аппаратная часть компьютера)</a:t>
          </a:r>
          <a:endParaRPr lang="en-US" sz="1200" kern="1200"/>
        </a:p>
      </dsp:txBody>
      <dsp:txXfrm>
        <a:off x="2562706" y="3199063"/>
        <a:ext cx="2817107" cy="390036"/>
      </dsp:txXfrm>
    </dsp:sp>
    <dsp:sp modelId="{D15492F8-5050-4464-BC0F-C0AE7E5A8268}">
      <dsp:nvSpPr>
        <dsp:cNvPr id="0" name=""/>
        <dsp:cNvSpPr/>
      </dsp:nvSpPr>
      <dsp:spPr>
        <a:xfrm>
          <a:off x="2541606" y="3631812"/>
          <a:ext cx="2859307" cy="43223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/>
            <a:t>юзерпик — user picture</a:t>
          </a:r>
          <a:endParaRPr lang="en-US" sz="1200" kern="1200"/>
        </a:p>
      </dsp:txBody>
      <dsp:txXfrm>
        <a:off x="2562706" y="3652912"/>
        <a:ext cx="2817107" cy="390036"/>
      </dsp:txXfrm>
    </dsp:sp>
    <dsp:sp modelId="{840D285B-4A88-4A29-8D83-1DDC2843A16A}">
      <dsp:nvSpPr>
        <dsp:cNvPr id="0" name=""/>
        <dsp:cNvSpPr/>
      </dsp:nvSpPr>
      <dsp:spPr>
        <a:xfrm>
          <a:off x="2541606" y="4085660"/>
          <a:ext cx="2859307" cy="43223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/>
            <a:t>РЕПО — repository</a:t>
          </a:r>
          <a:endParaRPr lang="en-US" sz="1200" kern="1200"/>
        </a:p>
      </dsp:txBody>
      <dsp:txXfrm>
        <a:off x="2562706" y="4106760"/>
        <a:ext cx="2817107" cy="390036"/>
      </dsp:txXfrm>
    </dsp:sp>
    <dsp:sp modelId="{4A0C4C99-B397-4399-950A-706D39B66F39}">
      <dsp:nvSpPr>
        <dsp:cNvPr id="0" name=""/>
        <dsp:cNvSpPr/>
      </dsp:nvSpPr>
      <dsp:spPr>
        <a:xfrm>
          <a:off x="2541606" y="4539509"/>
          <a:ext cx="2859307" cy="43223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/>
            <a:t>ОС — операционная система</a:t>
          </a:r>
          <a:endParaRPr lang="en-US" sz="1200" kern="1200"/>
        </a:p>
      </dsp:txBody>
      <dsp:txXfrm>
        <a:off x="2562706" y="4560609"/>
        <a:ext cx="2817107" cy="390036"/>
      </dsp:txXfrm>
    </dsp:sp>
    <dsp:sp modelId="{2DFC40FC-3854-4F00-8282-72DFA69A825E}">
      <dsp:nvSpPr>
        <dsp:cNvPr id="0" name=""/>
        <dsp:cNvSpPr/>
      </dsp:nvSpPr>
      <dsp:spPr>
        <a:xfrm>
          <a:off x="2541606" y="4993357"/>
          <a:ext cx="2859307" cy="43223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/>
            <a:t>файлик — file</a:t>
          </a:r>
          <a:endParaRPr lang="en-US" sz="1200" kern="1200"/>
        </a:p>
      </dsp:txBody>
      <dsp:txXfrm>
        <a:off x="2562706" y="5014457"/>
        <a:ext cx="2817107" cy="390036"/>
      </dsp:txXfrm>
    </dsp:sp>
    <dsp:sp modelId="{92E3DFC8-0F71-48E2-97DC-0204BB2F8BA0}">
      <dsp:nvSpPr>
        <dsp:cNvPr id="0" name=""/>
        <dsp:cNvSpPr/>
      </dsp:nvSpPr>
      <dsp:spPr>
        <a:xfrm>
          <a:off x="2541606" y="5447206"/>
          <a:ext cx="2859307" cy="43223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/>
            <a:t>материнка — материнская плата</a:t>
          </a:r>
          <a:endParaRPr lang="en-US" sz="1200" kern="1200"/>
        </a:p>
      </dsp:txBody>
      <dsp:txXfrm>
        <a:off x="2562706" y="5468306"/>
        <a:ext cx="2817107" cy="390036"/>
      </dsp:txXfrm>
    </dsp:sp>
    <dsp:sp modelId="{59BC6274-AC04-40B0-A3E7-F536B9C61894}">
      <dsp:nvSpPr>
        <dsp:cNvPr id="0" name=""/>
        <dsp:cNvSpPr/>
      </dsp:nvSpPr>
      <dsp:spPr>
        <a:xfrm>
          <a:off x="2541606" y="5901054"/>
          <a:ext cx="2859307" cy="43223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/>
            <a:t>синяк — blue screen / «синий экран»</a:t>
          </a:r>
          <a:endParaRPr lang="en-US" sz="1200" kern="1200"/>
        </a:p>
      </dsp:txBody>
      <dsp:txXfrm>
        <a:off x="2562706" y="5922154"/>
        <a:ext cx="2817107" cy="39003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7EB474-0979-46DD-B669-1CA42541CDBE}">
      <dsp:nvSpPr>
        <dsp:cNvPr id="0" name=""/>
        <dsp:cNvSpPr/>
      </dsp:nvSpPr>
      <dsp:spPr>
        <a:xfrm>
          <a:off x="0" y="491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3CD801-0B3B-4A6B-AF00-774A5EE604AB}">
      <dsp:nvSpPr>
        <dsp:cNvPr id="0" name=""/>
        <dsp:cNvSpPr/>
      </dsp:nvSpPr>
      <dsp:spPr>
        <a:xfrm>
          <a:off x="0" y="491"/>
          <a:ext cx="10058399" cy="287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0" i="0" u="none" kern="1200" dirty="0"/>
            <a:t>мышь</a:t>
          </a:r>
          <a:r>
            <a:rPr lang="ru-RU" sz="1300" kern="1200" dirty="0"/>
            <a:t> — калька</a:t>
          </a:r>
          <a:endParaRPr lang="en-US" sz="1300" kern="1200" dirty="0"/>
        </a:p>
      </dsp:txBody>
      <dsp:txXfrm>
        <a:off x="0" y="491"/>
        <a:ext cx="10058399" cy="287312"/>
      </dsp:txXfrm>
    </dsp:sp>
    <dsp:sp modelId="{2F20EDED-DD6F-4EC5-8C91-01EE8DEBF424}">
      <dsp:nvSpPr>
        <dsp:cNvPr id="0" name=""/>
        <dsp:cNvSpPr/>
      </dsp:nvSpPr>
      <dsp:spPr>
        <a:xfrm>
          <a:off x="0" y="287803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5738C9-744F-407C-A423-F8B402F18B80}">
      <dsp:nvSpPr>
        <dsp:cNvPr id="0" name=""/>
        <dsp:cNvSpPr/>
      </dsp:nvSpPr>
      <dsp:spPr>
        <a:xfrm>
          <a:off x="0" y="287803"/>
          <a:ext cx="10058399" cy="287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0" i="0" u="none" kern="1200" dirty="0"/>
            <a:t>флешка</a:t>
          </a:r>
          <a:r>
            <a:rPr lang="ru-RU" sz="1300" kern="1200" dirty="0"/>
            <a:t> — полукалька</a:t>
          </a:r>
          <a:endParaRPr lang="en-US" sz="1300" kern="1200" dirty="0"/>
        </a:p>
      </dsp:txBody>
      <dsp:txXfrm>
        <a:off x="0" y="287803"/>
        <a:ext cx="10058399" cy="287312"/>
      </dsp:txXfrm>
    </dsp:sp>
    <dsp:sp modelId="{16680BFA-4A4F-49B5-87AB-B1A68C3056A9}">
      <dsp:nvSpPr>
        <dsp:cNvPr id="0" name=""/>
        <dsp:cNvSpPr/>
      </dsp:nvSpPr>
      <dsp:spPr>
        <a:xfrm>
          <a:off x="0" y="575116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0D2C61-82D3-4576-9875-CAD112054626}">
      <dsp:nvSpPr>
        <dsp:cNvPr id="0" name=""/>
        <dsp:cNvSpPr/>
      </dsp:nvSpPr>
      <dsp:spPr>
        <a:xfrm>
          <a:off x="0" y="575116"/>
          <a:ext cx="10058399" cy="287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0" i="0" u="none" kern="1200" dirty="0"/>
            <a:t>гуглить</a:t>
          </a:r>
          <a:r>
            <a:rPr lang="ru-RU" sz="1300" kern="1200" dirty="0"/>
            <a:t> — полукалька</a:t>
          </a:r>
          <a:endParaRPr lang="en-US" sz="1300" kern="1200" dirty="0"/>
        </a:p>
      </dsp:txBody>
      <dsp:txXfrm>
        <a:off x="0" y="575116"/>
        <a:ext cx="10058399" cy="287312"/>
      </dsp:txXfrm>
    </dsp:sp>
    <dsp:sp modelId="{3DCA3B23-384A-41E9-A25E-66CA18E64862}">
      <dsp:nvSpPr>
        <dsp:cNvPr id="0" name=""/>
        <dsp:cNvSpPr/>
      </dsp:nvSpPr>
      <dsp:spPr>
        <a:xfrm>
          <a:off x="0" y="862429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497F59-D5B9-4E4E-933A-67F4F11C7302}">
      <dsp:nvSpPr>
        <dsp:cNvPr id="0" name=""/>
        <dsp:cNvSpPr/>
      </dsp:nvSpPr>
      <dsp:spPr>
        <a:xfrm>
          <a:off x="0" y="862429"/>
          <a:ext cx="10058399" cy="287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0" i="0" u="none" kern="1200" dirty="0"/>
            <a:t>оперативка</a:t>
          </a:r>
          <a:r>
            <a:rPr lang="ru-RU" sz="1300" kern="1200" dirty="0"/>
            <a:t> — сокращение</a:t>
          </a:r>
          <a:endParaRPr lang="en-US" sz="1300" kern="1200" dirty="0"/>
        </a:p>
      </dsp:txBody>
      <dsp:txXfrm>
        <a:off x="0" y="862429"/>
        <a:ext cx="10058399" cy="287312"/>
      </dsp:txXfrm>
    </dsp:sp>
    <dsp:sp modelId="{075EC10C-DE4A-4B11-8873-F3ECD2209FA7}">
      <dsp:nvSpPr>
        <dsp:cNvPr id="0" name=""/>
        <dsp:cNvSpPr/>
      </dsp:nvSpPr>
      <dsp:spPr>
        <a:xfrm>
          <a:off x="0" y="1149741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C02A66-5ADA-437E-83C0-BE9F968616E7}">
      <dsp:nvSpPr>
        <dsp:cNvPr id="0" name=""/>
        <dsp:cNvSpPr/>
      </dsp:nvSpPr>
      <dsp:spPr>
        <a:xfrm>
          <a:off x="0" y="1149741"/>
          <a:ext cx="10058399" cy="287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 dirty="0"/>
            <a:t>В</a:t>
          </a:r>
          <a:r>
            <a:rPr lang="ru-RU" sz="1300" b="0" i="0" u="none" kern="1200" dirty="0"/>
            <a:t>аська</a:t>
          </a:r>
          <a:r>
            <a:rPr lang="ru-RU" sz="1300" kern="1200" dirty="0"/>
            <a:t>— фонетическая мимикрия</a:t>
          </a:r>
          <a:endParaRPr lang="en-US" sz="1300" kern="1200" dirty="0"/>
        </a:p>
      </dsp:txBody>
      <dsp:txXfrm>
        <a:off x="0" y="1149741"/>
        <a:ext cx="10058399" cy="287312"/>
      </dsp:txXfrm>
    </dsp:sp>
    <dsp:sp modelId="{27B2AD18-C1B2-44F9-857A-C3D7DA44A5C0}">
      <dsp:nvSpPr>
        <dsp:cNvPr id="0" name=""/>
        <dsp:cNvSpPr/>
      </dsp:nvSpPr>
      <dsp:spPr>
        <a:xfrm>
          <a:off x="0" y="1437054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398F44-4F5D-450F-BE2D-C0FD6B5BA488}">
      <dsp:nvSpPr>
        <dsp:cNvPr id="0" name=""/>
        <dsp:cNvSpPr/>
      </dsp:nvSpPr>
      <dsp:spPr>
        <a:xfrm>
          <a:off x="0" y="1437054"/>
          <a:ext cx="10058399" cy="287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0" i="0" u="none" kern="1200" dirty="0"/>
            <a:t>мыло</a:t>
          </a:r>
          <a:r>
            <a:rPr lang="ru-RU" sz="1300" kern="1200" dirty="0"/>
            <a:t> — фонетическая мимикрия</a:t>
          </a:r>
          <a:endParaRPr lang="en-US" sz="1300" kern="1200" dirty="0"/>
        </a:p>
      </dsp:txBody>
      <dsp:txXfrm>
        <a:off x="0" y="1437054"/>
        <a:ext cx="10058399" cy="287312"/>
      </dsp:txXfrm>
    </dsp:sp>
    <dsp:sp modelId="{D1784EBE-44F6-4A32-8208-0F9B575E7746}">
      <dsp:nvSpPr>
        <dsp:cNvPr id="0" name=""/>
        <dsp:cNvSpPr/>
      </dsp:nvSpPr>
      <dsp:spPr>
        <a:xfrm>
          <a:off x="0" y="1724367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09753A-6A5F-49F7-96EB-663014AD027F}">
      <dsp:nvSpPr>
        <dsp:cNvPr id="0" name=""/>
        <dsp:cNvSpPr/>
      </dsp:nvSpPr>
      <dsp:spPr>
        <a:xfrm>
          <a:off x="0" y="1724367"/>
          <a:ext cx="10058399" cy="287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0" i="0" u="none" kern="1200" dirty="0"/>
            <a:t>вебка</a:t>
          </a:r>
          <a:r>
            <a:rPr lang="ru-RU" sz="1300" kern="1200" dirty="0"/>
            <a:t> — сокращение</a:t>
          </a:r>
          <a:endParaRPr lang="en-US" sz="1300" kern="1200" dirty="0"/>
        </a:p>
      </dsp:txBody>
      <dsp:txXfrm>
        <a:off x="0" y="1724367"/>
        <a:ext cx="10058399" cy="287312"/>
      </dsp:txXfrm>
    </dsp:sp>
    <dsp:sp modelId="{6842A675-16B2-4E9A-8046-6E46AA2B222A}">
      <dsp:nvSpPr>
        <dsp:cNvPr id="0" name=""/>
        <dsp:cNvSpPr/>
      </dsp:nvSpPr>
      <dsp:spPr>
        <a:xfrm>
          <a:off x="0" y="2011680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F2F3B3-7363-4F5F-A926-162B73EBE019}">
      <dsp:nvSpPr>
        <dsp:cNvPr id="0" name=""/>
        <dsp:cNvSpPr/>
      </dsp:nvSpPr>
      <dsp:spPr>
        <a:xfrm>
          <a:off x="0" y="2011680"/>
          <a:ext cx="10058399" cy="287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0" i="0" u="none" kern="1200" dirty="0"/>
            <a:t>железо</a:t>
          </a:r>
          <a:r>
            <a:rPr lang="ru-RU" sz="1300" kern="1200" dirty="0"/>
            <a:t> — смысловая замена</a:t>
          </a:r>
          <a:endParaRPr lang="en-US" sz="1300" kern="1200" dirty="0"/>
        </a:p>
      </dsp:txBody>
      <dsp:txXfrm>
        <a:off x="0" y="2011680"/>
        <a:ext cx="10058399" cy="287312"/>
      </dsp:txXfrm>
    </dsp:sp>
    <dsp:sp modelId="{18EA8A6F-8659-4167-BF34-F83650108B4B}">
      <dsp:nvSpPr>
        <dsp:cNvPr id="0" name=""/>
        <dsp:cNvSpPr/>
      </dsp:nvSpPr>
      <dsp:spPr>
        <a:xfrm>
          <a:off x="0" y="2298992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8BAC0F-A09A-4C47-B65D-81C3390EB0FF}">
      <dsp:nvSpPr>
        <dsp:cNvPr id="0" name=""/>
        <dsp:cNvSpPr/>
      </dsp:nvSpPr>
      <dsp:spPr>
        <a:xfrm>
          <a:off x="0" y="2298992"/>
          <a:ext cx="10058399" cy="287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0" i="0" u="none" kern="1200" dirty="0"/>
            <a:t>юзерпик</a:t>
          </a:r>
          <a:r>
            <a:rPr lang="ru-RU" sz="1300" kern="1200" dirty="0"/>
            <a:t> — полукалька</a:t>
          </a:r>
          <a:endParaRPr lang="en-US" sz="1300" kern="1200" dirty="0"/>
        </a:p>
      </dsp:txBody>
      <dsp:txXfrm>
        <a:off x="0" y="2298992"/>
        <a:ext cx="10058399" cy="287312"/>
      </dsp:txXfrm>
    </dsp:sp>
    <dsp:sp modelId="{98733849-A268-46E0-B7E6-6544B76D72EE}">
      <dsp:nvSpPr>
        <dsp:cNvPr id="0" name=""/>
        <dsp:cNvSpPr/>
      </dsp:nvSpPr>
      <dsp:spPr>
        <a:xfrm>
          <a:off x="0" y="2586305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81B362-F718-4A95-80B8-C01072895408}">
      <dsp:nvSpPr>
        <dsp:cNvPr id="0" name=""/>
        <dsp:cNvSpPr/>
      </dsp:nvSpPr>
      <dsp:spPr>
        <a:xfrm>
          <a:off x="0" y="2586305"/>
          <a:ext cx="10058399" cy="287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 dirty="0"/>
            <a:t>РЕПО — сокращение</a:t>
          </a:r>
          <a:endParaRPr lang="en-US" sz="1300" kern="1200" dirty="0"/>
        </a:p>
      </dsp:txBody>
      <dsp:txXfrm>
        <a:off x="0" y="2586305"/>
        <a:ext cx="10058399" cy="287312"/>
      </dsp:txXfrm>
    </dsp:sp>
    <dsp:sp modelId="{2E573383-4CA6-4BCA-82CC-D214D2FABAB5}">
      <dsp:nvSpPr>
        <dsp:cNvPr id="0" name=""/>
        <dsp:cNvSpPr/>
      </dsp:nvSpPr>
      <dsp:spPr>
        <a:xfrm>
          <a:off x="0" y="2873618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431D84-F77C-43FB-B66F-FF27BD7B66D9}">
      <dsp:nvSpPr>
        <dsp:cNvPr id="0" name=""/>
        <dsp:cNvSpPr/>
      </dsp:nvSpPr>
      <dsp:spPr>
        <a:xfrm>
          <a:off x="0" y="2873618"/>
          <a:ext cx="10058399" cy="287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 dirty="0"/>
            <a:t>ОС — аббревиация</a:t>
          </a:r>
          <a:endParaRPr lang="en-US" sz="1300" kern="1200" dirty="0"/>
        </a:p>
      </dsp:txBody>
      <dsp:txXfrm>
        <a:off x="0" y="2873618"/>
        <a:ext cx="10058399" cy="287312"/>
      </dsp:txXfrm>
    </dsp:sp>
    <dsp:sp modelId="{A5A90DDC-C87C-4683-B29A-148AA5CAB3CD}">
      <dsp:nvSpPr>
        <dsp:cNvPr id="0" name=""/>
        <dsp:cNvSpPr/>
      </dsp:nvSpPr>
      <dsp:spPr>
        <a:xfrm>
          <a:off x="0" y="3160930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FD5555-176C-4A23-9EE9-6F731516CA80}">
      <dsp:nvSpPr>
        <dsp:cNvPr id="0" name=""/>
        <dsp:cNvSpPr/>
      </dsp:nvSpPr>
      <dsp:spPr>
        <a:xfrm>
          <a:off x="0" y="3160930"/>
          <a:ext cx="10058399" cy="287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 dirty="0"/>
            <a:t>файлик — полукалька</a:t>
          </a:r>
          <a:endParaRPr lang="en-US" sz="1300" kern="1200" dirty="0"/>
        </a:p>
      </dsp:txBody>
      <dsp:txXfrm>
        <a:off x="0" y="3160930"/>
        <a:ext cx="10058399" cy="287312"/>
      </dsp:txXfrm>
    </dsp:sp>
    <dsp:sp modelId="{B02A2BE0-DEF9-46D5-ADFC-2BA10F7163F9}">
      <dsp:nvSpPr>
        <dsp:cNvPr id="0" name=""/>
        <dsp:cNvSpPr/>
      </dsp:nvSpPr>
      <dsp:spPr>
        <a:xfrm>
          <a:off x="0" y="3448243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A2A894-5517-44D8-BBBB-E92F7F93B6B6}">
      <dsp:nvSpPr>
        <dsp:cNvPr id="0" name=""/>
        <dsp:cNvSpPr/>
      </dsp:nvSpPr>
      <dsp:spPr>
        <a:xfrm>
          <a:off x="0" y="3448243"/>
          <a:ext cx="10058399" cy="287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 dirty="0"/>
            <a:t>материнка — сокращение</a:t>
          </a:r>
          <a:endParaRPr lang="en-US" sz="1300" kern="1200" dirty="0"/>
        </a:p>
      </dsp:txBody>
      <dsp:txXfrm>
        <a:off x="0" y="3448243"/>
        <a:ext cx="10058399" cy="287312"/>
      </dsp:txXfrm>
    </dsp:sp>
    <dsp:sp modelId="{1E3647B9-AC7C-4937-B0C7-A07E680C45D8}">
      <dsp:nvSpPr>
        <dsp:cNvPr id="0" name=""/>
        <dsp:cNvSpPr/>
      </dsp:nvSpPr>
      <dsp:spPr>
        <a:xfrm>
          <a:off x="0" y="3735556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FE5106-6329-4C58-BEAB-CBA0B3C19A24}">
      <dsp:nvSpPr>
        <dsp:cNvPr id="0" name=""/>
        <dsp:cNvSpPr/>
      </dsp:nvSpPr>
      <dsp:spPr>
        <a:xfrm>
          <a:off x="0" y="3735556"/>
          <a:ext cx="10058399" cy="287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 dirty="0"/>
            <a:t>синяк — смысловая замена</a:t>
          </a:r>
          <a:endParaRPr lang="en-US" sz="1300" kern="1200" dirty="0"/>
        </a:p>
      </dsp:txBody>
      <dsp:txXfrm>
        <a:off x="0" y="3735556"/>
        <a:ext cx="10058399" cy="2873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#10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3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7D7DE-61AE-4BC6-A87E-9454F8FD646E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AA0FC-AF95-454C-A4E6-937690C7EEE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4F78FB-8F1D-E8D1-CCE2-2FBAF4C507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Компьютерный сленг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C42B337-4C97-1FE0-63C1-C527D604F4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ИД23-1</a:t>
            </a:r>
            <a:br>
              <a:rPr lang="ru-RU" dirty="0"/>
            </a:br>
            <a:r>
              <a:rPr lang="ru-RU" dirty="0"/>
              <a:t>Маслов </a:t>
            </a:r>
            <a:r>
              <a:rPr lang="ru-RU" dirty="0" err="1"/>
              <a:t>А.н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0635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3EC8C2A-E9F2-4DDB-BA21-F9D7792C4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839A789-871F-B8B2-C8E5-7BB12142E4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255" r="3" b="2759"/>
          <a:stretch>
            <a:fillRect/>
          </a:stretch>
        </p:blipFill>
        <p:spPr>
          <a:xfrm>
            <a:off x="633999" y="581098"/>
            <a:ext cx="4020297" cy="2476136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C1AF91A-9F71-4D20-9DB7-FC5257032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81247" y="2086188"/>
            <a:ext cx="5852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9A0D6FE-2B73-099C-BB75-27AA0DE1AB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08" r="3" b="4023"/>
          <a:stretch>
            <a:fillRect/>
          </a:stretch>
        </p:blipFill>
        <p:spPr>
          <a:xfrm>
            <a:off x="633999" y="3218101"/>
            <a:ext cx="4020296" cy="2476136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A7140C3-872B-2583-14DF-929E6F4C8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4679" y="2198914"/>
            <a:ext cx="6405063" cy="367018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ru-RU" sz="3200" dirty="0"/>
              <a:t>Специфический круг носителей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3200" dirty="0"/>
              <a:t>Высокая динамичность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3200" dirty="0"/>
              <a:t>Стремление к оптимизации общения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3200" dirty="0"/>
              <a:t>Неформальный характер</a:t>
            </a:r>
            <a:endParaRPr lang="en-US" sz="32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29BD59-371E-4F2A-B55E-E6C915F5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1DEEA8-D284-49F0-82B0-06C190505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C3AA9F50-3B68-1D59-8CCA-5F09F404B944}"/>
              </a:ext>
            </a:extLst>
          </p:cNvPr>
          <p:cNvSpPr txBox="1">
            <a:spLocks/>
          </p:cNvSpPr>
          <p:nvPr/>
        </p:nvSpPr>
        <p:spPr>
          <a:xfrm>
            <a:off x="5181246" y="758952"/>
            <a:ext cx="5974433" cy="12145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Компьютерный сленг</a:t>
            </a:r>
          </a:p>
        </p:txBody>
      </p:sp>
    </p:spTree>
    <p:extLst>
      <p:ext uri="{BB962C8B-B14F-4D97-AF65-F5344CB8AC3E}">
        <p14:creationId xmlns:p14="http://schemas.microsoft.com/office/powerpoint/2010/main" val="2004552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11D64472-9720-4FBC-B628-F62EE9D01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4B791D-4C6C-F265-9D34-7ED49AA4A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ru-RU" dirty="0"/>
              <a:t>Понятие сленга</a:t>
            </a:r>
          </a:p>
        </p:txBody>
      </p:sp>
      <p:pic>
        <p:nvPicPr>
          <p:cNvPr id="4" name="Рисунок 3" descr="Молодежный сленг из Тиктока: какие популярные слова пришли к нам из  приложения TikTok">
            <a:extLst>
              <a:ext uri="{FF2B5EF4-FFF2-40B4-BE49-F238E27FC236}">
                <a16:creationId xmlns:a16="http://schemas.microsoft.com/office/drawing/2014/main" id="{5C9DD83A-E46B-383C-708A-3C06EBA67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92" y="1906073"/>
            <a:ext cx="5451627" cy="2725813"/>
          </a:xfrm>
          <a:prstGeom prst="rect">
            <a:avLst/>
          </a:prstGeom>
        </p:spPr>
      </p:pic>
      <p:cxnSp>
        <p:nvCxnSpPr>
          <p:cNvPr id="18" name="Straight Connector 10">
            <a:extLst>
              <a:ext uri="{FF2B5EF4-FFF2-40B4-BE49-F238E27FC236}">
                <a16:creationId xmlns:a16="http://schemas.microsoft.com/office/drawing/2014/main" id="{C8274B1F-2E6E-4044-94F7-2AB4E90F6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0375DF-5C6F-54DF-2D47-4574D3CD3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r>
              <a:rPr lang="ru-RU" dirty="0"/>
              <a:t>Сленг — это экспрессивно окрашенная разновидность разговорной лексики, которая не полностью соответствует нормам литературного языка. Для него характерны стилистическая </a:t>
            </a:r>
            <a:r>
              <a:rPr lang="ru-RU" dirty="0" err="1"/>
              <a:t>сниженность</a:t>
            </a:r>
            <a:r>
              <a:rPr lang="ru-RU" dirty="0"/>
              <a:t>, эмоциональность, неформальность и относительная устойчивость в определенной социальной или возрастной среде.</a:t>
            </a: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DF7BD5AB-415F-42D4-8FC0-DCC5D1101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2A8EBF22-DAF1-4100-AA4A-A077B68E3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6008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472A9B2-079B-7846-7665-72ADFD76F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Компьютерный сленг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375C3B1-C9D2-FE17-829C-AB4EDE42C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Профессиональный язык программистов</a:t>
            </a:r>
          </a:p>
        </p:txBody>
      </p:sp>
      <p:pic>
        <p:nvPicPr>
          <p:cNvPr id="10" name="Объект 9" descr="Сконцентрированный инженер-мужчина работает за компьютером">
            <a:extLst>
              <a:ext uri="{FF2B5EF4-FFF2-40B4-BE49-F238E27FC236}">
                <a16:creationId xmlns:a16="http://schemas.microsoft.com/office/drawing/2014/main" id="{97CB912D-0EB7-FABC-C2A8-DE54B627695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96963" y="2626128"/>
            <a:ext cx="4938712" cy="3291670"/>
          </a:xfrm>
        </p:spPr>
      </p:pic>
      <p:sp>
        <p:nvSpPr>
          <p:cNvPr id="7" name="Текст 6">
            <a:extLst>
              <a:ext uri="{FF2B5EF4-FFF2-40B4-BE49-F238E27FC236}">
                <a16:creationId xmlns:a16="http://schemas.microsoft.com/office/drawing/2014/main" id="{48F52F98-F483-D045-6949-12BDB80DE1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Лексика вошедшая в речь обычных пользователей</a:t>
            </a:r>
          </a:p>
        </p:txBody>
      </p:sp>
      <p:pic>
        <p:nvPicPr>
          <p:cNvPr id="12" name="Объект 11" descr="Бизнесмен в кресле, работающий на телефоне и ноутбуке">
            <a:extLst>
              <a:ext uri="{FF2B5EF4-FFF2-40B4-BE49-F238E27FC236}">
                <a16:creationId xmlns:a16="http://schemas.microsoft.com/office/drawing/2014/main" id="{86A76B39-AB6A-C804-EE7A-43FD78DD24F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218238" y="2626656"/>
            <a:ext cx="4937125" cy="3290613"/>
          </a:xfrm>
        </p:spPr>
      </p:pic>
    </p:spTree>
    <p:extLst>
      <p:ext uri="{BB962C8B-B14F-4D97-AF65-F5344CB8AC3E}">
        <p14:creationId xmlns:p14="http://schemas.microsoft.com/office/powerpoint/2010/main" val="1772601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5FD3733-A00B-18AD-A535-5F424172A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Основные способы образования сленга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4ADB76-258E-330E-B9FD-408A98691498}"/>
              </a:ext>
            </a:extLst>
          </p:cNvPr>
          <p:cNvSpPr txBox="1"/>
          <p:nvPr/>
        </p:nvSpPr>
        <p:spPr>
          <a:xfrm>
            <a:off x="138506" y="1819260"/>
            <a:ext cx="26575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Калькирование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user</a:t>
            </a:r>
            <a:r>
              <a:rPr lang="ru-RU" dirty="0"/>
              <a:t> → «юзер»;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* </a:t>
            </a:r>
            <a:r>
              <a:rPr lang="ru-RU" dirty="0" err="1"/>
              <a:t>bug</a:t>
            </a:r>
            <a:r>
              <a:rPr lang="ru-RU" dirty="0"/>
              <a:t> → «баг»;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* </a:t>
            </a:r>
            <a:r>
              <a:rPr lang="ru-RU" dirty="0" err="1"/>
              <a:t>ban</a:t>
            </a:r>
            <a:r>
              <a:rPr lang="ru-RU" dirty="0"/>
              <a:t> → «бан»;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* </a:t>
            </a:r>
            <a:r>
              <a:rPr lang="ru-RU" dirty="0" err="1"/>
              <a:t>button</a:t>
            </a:r>
            <a:r>
              <a:rPr lang="ru-RU" dirty="0"/>
              <a:t> → «батон».</a:t>
            </a:r>
          </a:p>
          <a:p>
            <a:br>
              <a:rPr lang="ru-RU" dirty="0"/>
            </a:b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C1192F-8385-8880-0C55-79F13722E150}"/>
              </a:ext>
            </a:extLst>
          </p:cNvPr>
          <p:cNvSpPr txBox="1"/>
          <p:nvPr/>
        </p:nvSpPr>
        <p:spPr>
          <a:xfrm>
            <a:off x="2824018" y="3709075"/>
            <a:ext cx="260168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Полукалька и фонетическая адаптация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use</a:t>
            </a:r>
            <a:r>
              <a:rPr lang="ru-RU" dirty="0"/>
              <a:t> → «юзать»;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click</a:t>
            </a:r>
            <a:r>
              <a:rPr lang="ru-RU" dirty="0"/>
              <a:t> → «кликать»;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connect</a:t>
            </a:r>
            <a:r>
              <a:rPr lang="ru-RU" dirty="0"/>
              <a:t> → «коннектиться»;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smile</a:t>
            </a:r>
            <a:r>
              <a:rPr lang="ru-RU" dirty="0"/>
              <a:t> → «смайлик»;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GIF → «гифка»;</a:t>
            </a:r>
          </a:p>
          <a:p>
            <a:br>
              <a:rPr lang="ru-RU" dirty="0"/>
            </a:b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918636-42C1-5A3F-0D71-F8F8F70BD6EA}"/>
              </a:ext>
            </a:extLst>
          </p:cNvPr>
          <p:cNvSpPr txBox="1"/>
          <p:nvPr/>
        </p:nvSpPr>
        <p:spPr>
          <a:xfrm>
            <a:off x="5103151" y="1737360"/>
            <a:ext cx="250919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Фонетическая мимикрия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mail</a:t>
            </a:r>
            <a:r>
              <a:rPr lang="ru-RU" dirty="0"/>
              <a:t> → «мыло»;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driver</a:t>
            </a:r>
            <a:r>
              <a:rPr lang="ru-RU" dirty="0"/>
              <a:t> → «дрова»;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home</a:t>
            </a:r>
            <a:r>
              <a:rPr lang="ru-RU" dirty="0"/>
              <a:t> </a:t>
            </a:r>
            <a:r>
              <a:rPr lang="ru-RU" dirty="0" err="1"/>
              <a:t>page</a:t>
            </a:r>
            <a:r>
              <a:rPr lang="ru-RU" dirty="0"/>
              <a:t> → «хомяк»;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ICQ → «аська».</a:t>
            </a:r>
          </a:p>
          <a:p>
            <a:br>
              <a:rPr lang="ru-RU" dirty="0"/>
            </a:b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C3C613-4E28-8B7B-A6B9-DDCF9BA94DB3}"/>
              </a:ext>
            </a:extLst>
          </p:cNvPr>
          <p:cNvSpPr txBox="1"/>
          <p:nvPr/>
        </p:nvSpPr>
        <p:spPr>
          <a:xfrm>
            <a:off x="7099891" y="4120006"/>
            <a:ext cx="29433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Сокращения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«админ» — администратор;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«гиг» — гигабайт;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«док» — документ;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«прога» — программа;</a:t>
            </a:r>
          </a:p>
          <a:p>
            <a:br>
              <a:rPr lang="ru-RU" dirty="0"/>
            </a:b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EA5E62-191C-55BA-CF0A-270517703987}"/>
              </a:ext>
            </a:extLst>
          </p:cNvPr>
          <p:cNvSpPr txBox="1"/>
          <p:nvPr/>
        </p:nvSpPr>
        <p:spPr>
          <a:xfrm>
            <a:off x="9181944" y="1737360"/>
            <a:ext cx="28715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Аббревиатуры и акронимы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«АФК» — </a:t>
            </a:r>
            <a:r>
              <a:rPr lang="ru-RU" dirty="0" err="1"/>
              <a:t>away</a:t>
            </a:r>
            <a:r>
              <a:rPr lang="ru-RU" dirty="0"/>
              <a:t> </a:t>
            </a:r>
            <a:r>
              <a:rPr lang="ru-RU" dirty="0" err="1"/>
              <a:t>from</a:t>
            </a:r>
            <a:r>
              <a:rPr lang="ru-RU" dirty="0"/>
              <a:t> </a:t>
            </a:r>
            <a:r>
              <a:rPr lang="ru-RU" dirty="0" err="1"/>
              <a:t>keyboard</a:t>
            </a:r>
            <a:r>
              <a:rPr lang="ru-RU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«ИРЛ» — </a:t>
            </a:r>
            <a:r>
              <a:rPr lang="ru-RU" dirty="0" err="1"/>
              <a:t>in</a:t>
            </a:r>
            <a:r>
              <a:rPr lang="ru-RU" dirty="0"/>
              <a:t> </a:t>
            </a:r>
            <a:r>
              <a:rPr lang="ru-RU" dirty="0" err="1"/>
              <a:t>real</a:t>
            </a:r>
            <a:r>
              <a:rPr lang="ru-RU" dirty="0"/>
              <a:t> </a:t>
            </a:r>
            <a:r>
              <a:rPr lang="ru-RU" dirty="0" err="1"/>
              <a:t>life</a:t>
            </a:r>
            <a:r>
              <a:rPr lang="ru-RU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«ЛВЛ» — </a:t>
            </a:r>
            <a:r>
              <a:rPr lang="ru-RU" dirty="0" err="1"/>
              <a:t>level</a:t>
            </a:r>
            <a:r>
              <a:rPr lang="ru-RU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«ББ» — </a:t>
            </a:r>
            <a:r>
              <a:rPr lang="ru-RU" dirty="0" err="1"/>
              <a:t>Bye</a:t>
            </a:r>
            <a:r>
              <a:rPr lang="ru-RU" dirty="0"/>
              <a:t> </a:t>
            </a:r>
            <a:r>
              <a:rPr lang="ru-RU" dirty="0" err="1"/>
              <a:t>Bye</a:t>
            </a:r>
            <a:r>
              <a:rPr lang="ru-RU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«НП» — </a:t>
            </a:r>
            <a:r>
              <a:rPr lang="ru-RU" dirty="0" err="1"/>
              <a:t>no</a:t>
            </a:r>
            <a:r>
              <a:rPr lang="ru-RU" dirty="0"/>
              <a:t> </a:t>
            </a:r>
            <a:r>
              <a:rPr lang="ru-RU" dirty="0" err="1"/>
              <a:t>problem</a:t>
            </a:r>
            <a:r>
              <a:rPr lang="ru-RU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«ИМХО» — </a:t>
            </a:r>
            <a:r>
              <a:rPr lang="ru-RU" dirty="0" err="1"/>
              <a:t>in</a:t>
            </a:r>
            <a:r>
              <a:rPr lang="ru-RU" dirty="0"/>
              <a:t> </a:t>
            </a:r>
            <a:r>
              <a:rPr lang="ru-RU" dirty="0" err="1"/>
              <a:t>my</a:t>
            </a:r>
            <a:r>
              <a:rPr lang="ru-RU" dirty="0"/>
              <a:t> </a:t>
            </a:r>
            <a:r>
              <a:rPr lang="ru-RU" dirty="0" err="1"/>
              <a:t>humble</a:t>
            </a:r>
            <a:r>
              <a:rPr lang="ru-RU" dirty="0"/>
              <a:t> </a:t>
            </a:r>
            <a:r>
              <a:rPr lang="ru-RU" dirty="0" err="1"/>
              <a:t>opinion</a:t>
            </a:r>
            <a:endParaRPr lang="ru-RU" dirty="0"/>
          </a:p>
          <a:p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0896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6A016C-071C-31BB-186F-6CF32FA6A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980" y="-397564"/>
            <a:ext cx="10058400" cy="1450757"/>
          </a:xfrm>
        </p:spPr>
        <p:txBody>
          <a:bodyPr/>
          <a:lstStyle/>
          <a:p>
            <a:r>
              <a:rPr lang="ru-RU" dirty="0"/>
              <a:t>Разновидности компьютерного сленга</a:t>
            </a:r>
          </a:p>
        </p:txBody>
      </p:sp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11D41E99-9E8A-868C-9AAD-045202E90A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669437"/>
              </p:ext>
            </p:extLst>
          </p:nvPr>
        </p:nvGraphicFramePr>
        <p:xfrm>
          <a:off x="1559379" y="1053193"/>
          <a:ext cx="8735785" cy="5061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5547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1A2DFE5-EF38-4E9F-B3CD-1386050B4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AEAA2B3C-27A3-CB3B-515C-617A55CF1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7212" y="634946"/>
            <a:ext cx="3372529" cy="5055904"/>
          </a:xfrm>
        </p:spPr>
        <p:txBody>
          <a:bodyPr anchor="ctr">
            <a:normAutofit/>
          </a:bodyPr>
          <a:lstStyle/>
          <a:p>
            <a:r>
              <a:rPr lang="ru-RU" sz="3700"/>
              <a:t>Основные функции компьютерного сленга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F543D92-E6B8-4627-9365-AC3067B803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56978" y="1791298"/>
            <a:ext cx="0" cy="274320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BA7B07AE-457A-42BF-A19C-34559DB55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FF35D9-5272-4E31-8324-21E089F2F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aphicFrame>
        <p:nvGraphicFramePr>
          <p:cNvPr id="8" name="Объект 5">
            <a:extLst>
              <a:ext uri="{FF2B5EF4-FFF2-40B4-BE49-F238E27FC236}">
                <a16:creationId xmlns:a16="http://schemas.microsoft.com/office/drawing/2014/main" id="{533950C7-59F3-968A-B391-0A850814BD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6350844"/>
              </p:ext>
            </p:extLst>
          </p:nvPr>
        </p:nvGraphicFramePr>
        <p:xfrm>
          <a:off x="633413" y="639763"/>
          <a:ext cx="6910387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5394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A91503-F95D-D390-4ABD-8A005C4AB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компьютерного сленга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FD826E6-880A-5855-7776-885B2BAB56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Экспрессивность и языковая игра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5F94171-A56E-F159-ED4C-401923398B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Компьютерный сленг тесно связан с языковой игрой. Пользователи не только заимствуют иностранные слова, но и сознательно изменяют их, создавая необычные формы.</a:t>
            </a:r>
          </a:p>
          <a:p>
            <a:r>
              <a:rPr lang="ru-RU" dirty="0"/>
              <a:t>«отправить на мыло»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9CAB0FC-6799-26B0-E494-131318A331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Синонимия в компьютерном сленге</a:t>
            </a:r>
          </a:p>
          <a:p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B0C34ABD-D968-F584-8C8A-9111F39289A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u-RU" dirty="0"/>
              <a:t>Одной из особенностей компьютерного сленга является наличие нескольких обозначений одного и того же предмета или понятия.</a:t>
            </a:r>
          </a:p>
          <a:p>
            <a:r>
              <a:rPr lang="ru-RU" dirty="0"/>
              <a:t>«комп» — «</a:t>
            </a:r>
            <a:r>
              <a:rPr lang="ru-RU" dirty="0" err="1"/>
              <a:t>компутер</a:t>
            </a:r>
            <a:r>
              <a:rPr lang="ru-RU" dirty="0"/>
              <a:t>» — «</a:t>
            </a:r>
            <a:r>
              <a:rPr lang="ru-RU" dirty="0" err="1"/>
              <a:t>путер</a:t>
            </a:r>
            <a:r>
              <a:rPr lang="ru-RU" dirty="0"/>
              <a:t>» — «банка» — «железка».</a:t>
            </a:r>
          </a:p>
        </p:txBody>
      </p:sp>
    </p:spTree>
    <p:extLst>
      <p:ext uri="{BB962C8B-B14F-4D97-AF65-F5344CB8AC3E}">
        <p14:creationId xmlns:p14="http://schemas.microsoft.com/office/powerpoint/2010/main" val="3889152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570A7FE3-FAD7-937F-7A11-009A56F33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Соотношение компьютерного сленга и литературного языка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7C43D0F1-33B2-E2AA-DBA5-B0ABBF21A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 одной стороны, значительная часть сленговой лексики является ненормированной и стилистически сниженной. Поэтому ее употребление не всегда уместно в официальной, научной или деловой речи.</a:t>
            </a:r>
          </a:p>
          <a:p>
            <a:r>
              <a:rPr lang="ru-RU" dirty="0"/>
              <a:t>С другой стороны, некоторые слова, первоначально возникшие как профессиональные или сленговые, постепенно становятся общеупотребительными. Это связано с тем, что обозначаемые ими технологии входят в повседневную жизнь.</a:t>
            </a:r>
          </a:p>
          <a:p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9767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E7A009-A266-66C0-0360-D6E9EA1AD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ru-RU" dirty="0"/>
              <a:t>Компьютерный сленг как отражение современной культуры</a:t>
            </a: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82F11E49-93D3-83EB-6087-0000A3DFD2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6159800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670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1A2DFE5-EF38-4E9F-B3CD-1386050B4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0127D3-53A0-9B77-B25F-5B53536F2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7212" y="634946"/>
            <a:ext cx="3372529" cy="5055904"/>
          </a:xfrm>
        </p:spPr>
        <p:txBody>
          <a:bodyPr anchor="ctr">
            <a:normAutofit/>
          </a:bodyPr>
          <a:lstStyle/>
          <a:p>
            <a:r>
              <a:rPr lang="ru-RU" sz="3000" dirty="0"/>
              <a:t>А — калька</a:t>
            </a:r>
            <a:br>
              <a:rPr lang="ru-RU" sz="3000" dirty="0"/>
            </a:br>
            <a:r>
              <a:rPr lang="ru-RU" sz="3000" dirty="0"/>
              <a:t>Б — полукалька</a:t>
            </a:r>
            <a:br>
              <a:rPr lang="ru-RU" sz="3000" dirty="0"/>
            </a:br>
            <a:r>
              <a:rPr lang="ru-RU" sz="3000" dirty="0"/>
              <a:t>В — фонетическая мимикрия</a:t>
            </a:r>
            <a:br>
              <a:rPr lang="ru-RU" sz="3000" dirty="0"/>
            </a:br>
            <a:r>
              <a:rPr lang="ru-RU" sz="3000" dirty="0"/>
              <a:t>Г — сокращение</a:t>
            </a:r>
            <a:br>
              <a:rPr lang="ru-RU" sz="3000" dirty="0"/>
            </a:br>
            <a:r>
              <a:rPr lang="ru-RU" sz="3000" dirty="0"/>
              <a:t>Д — аббревиация / акроним</a:t>
            </a:r>
            <a:br>
              <a:rPr lang="ru-RU" sz="3000" dirty="0"/>
            </a:br>
            <a:r>
              <a:rPr lang="ru-RU" sz="3000" dirty="0"/>
              <a:t>Е — смысловая замена</a:t>
            </a:r>
            <a:br>
              <a:rPr lang="ru-RU" sz="3000" dirty="0"/>
            </a:br>
            <a:br>
              <a:rPr lang="ru-RU" sz="3000" dirty="0"/>
            </a:br>
            <a:endParaRPr lang="ru-RU" sz="3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F543D92-E6B8-4627-9365-AC3067B803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56978" y="1791298"/>
            <a:ext cx="0" cy="274320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BA7B07AE-457A-42BF-A19C-34559DB55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FF35D9-5272-4E31-8324-21E089F2F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815181A7-8943-FDA8-2F97-19984F45D0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9920582"/>
              </p:ext>
            </p:extLst>
          </p:nvPr>
        </p:nvGraphicFramePr>
        <p:xfrm>
          <a:off x="85060" y="66485"/>
          <a:ext cx="7942521" cy="6334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2655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02FEDA-7FBB-CC19-D8D2-F9AC77993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Ответы</a:t>
            </a: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C46C3665-D0EA-AE2F-CC71-C7C81E1551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3749251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8559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082E44-E1E8-B0FA-F0AA-FBB6D673F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Источники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F5AC72-3A5D-8344-5A12-7F47933D5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Пирвердиева</a:t>
            </a:r>
            <a:r>
              <a:rPr lang="ru-RU" dirty="0"/>
              <a:t> Ю. А., Бородина Ю. Э. Специфические особенности русского компьютерного сленга как подсистемы языка // Евразийский Союз Ученых. 2018. №4-4 (49). URL: https://cyberleninka.ru/article/n/spetsificheskie-osobennosti-russkogo-kompyuternogo-slenga-kak-podsistemy-yazyka (дата обращения: 22.09.2026)</a:t>
            </a:r>
          </a:p>
          <a:p>
            <a:r>
              <a:rPr lang="ru-RU" dirty="0" err="1"/>
              <a:t>Кубаева</a:t>
            </a:r>
            <a:r>
              <a:rPr lang="ru-RU" dirty="0"/>
              <a:t> Ольга Валерьевна ФОРМИРОВАНИЕ КОМПЬЮТЕРНОГО СЛЕНГА В СОВРЕМЕННОМ РУССКОМ ЯЗЫКЕ // Социально-гуманитарные знания. 2023. №4. URL: https://cyberleninka.ru/article/n/formirovanie-kompyuternogo-slenga-v-sovremennom-russkom-yazyke (дата обращения: 22.09.2026).</a:t>
            </a:r>
          </a:p>
        </p:txBody>
      </p:sp>
    </p:spTree>
    <p:extLst>
      <p:ext uri="{BB962C8B-B14F-4D97-AF65-F5344CB8AC3E}">
        <p14:creationId xmlns:p14="http://schemas.microsoft.com/office/powerpoint/2010/main" val="1338594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BF7A08-FA0F-F414-F5AD-FE16F5D57E3F}"/>
              </a:ext>
            </a:extLst>
          </p:cNvPr>
          <p:cNvSpPr txBox="1"/>
          <p:nvPr/>
        </p:nvSpPr>
        <p:spPr>
          <a:xfrm>
            <a:off x="3608613" y="2726872"/>
            <a:ext cx="57313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387786906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Retrospect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105</TotalTime>
  <Words>800</Words>
  <Application>Microsoft Office PowerPoint</Application>
  <PresentationFormat>Широкоэкранный</PresentationFormat>
  <Paragraphs>123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Ретро</vt:lpstr>
      <vt:lpstr>Компьютерный сленг</vt:lpstr>
      <vt:lpstr>Презентация PowerPoint</vt:lpstr>
      <vt:lpstr>Понятие сленга</vt:lpstr>
      <vt:lpstr>Компьютерный сленг</vt:lpstr>
      <vt:lpstr>Основные способы образования сленга</vt:lpstr>
      <vt:lpstr>Разновидности компьютерного сленга</vt:lpstr>
      <vt:lpstr>Основные функции компьютерного сленга</vt:lpstr>
      <vt:lpstr>Особенности компьютерного сленга</vt:lpstr>
      <vt:lpstr>Соотношение компьютерного сленга и литературного языка</vt:lpstr>
      <vt:lpstr>Компьютерный сленг как отражение современной культуры</vt:lpstr>
      <vt:lpstr>А — калька Б — полукалька В — фонетическая мимикрия Г — сокращение Д — аббревиация / акроним Е — смысловая замена  </vt:lpstr>
      <vt:lpstr>Ответы</vt:lpstr>
      <vt:lpstr>Источники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Aknas Macefg</dc:creator>
  <cp:lastModifiedBy>Aknas Macefg</cp:lastModifiedBy>
  <cp:revision>1</cp:revision>
  <dcterms:created xsi:type="dcterms:W3CDTF">2026-09-22T13:28:07Z</dcterms:created>
  <dcterms:modified xsi:type="dcterms:W3CDTF">2026-09-22T15:13:17Z</dcterms:modified>
</cp:coreProperties>
</file>