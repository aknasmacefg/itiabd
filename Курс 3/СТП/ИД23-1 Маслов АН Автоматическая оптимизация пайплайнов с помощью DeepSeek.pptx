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a332f391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a332f391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a332f3915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a332f391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a332f3915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a332f3915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332f3915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a332f3915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a332f3915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a332f3915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a332f3915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a332f3915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332f3915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a332f3915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a332f3915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a332f3915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a332f3915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a332f3915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499775" y="99285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Автоматическая оптимизация пайплайнов с помощью DeepSeek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ИД23-1 Маслов А.Н.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DeepSeek — семейство высокопроизводительных моделей ИИ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36144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ru" sz="2100"/>
              <a:t>Оптимизация вычислений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ru" sz="2100"/>
              <a:t>Высокая параллельность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ru" sz="2100"/>
              <a:t>Снижение стоимости обработки</a:t>
            </a:r>
            <a:endParaRPr sz="2100"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6625" y="1176150"/>
            <a:ext cx="3530849" cy="353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оптимизация пайплайнов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/>
              <a:t>Оптимизация пайплайнов — это:</a:t>
            </a:r>
            <a:endParaRPr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Автоматизация этапов обработки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Минимизация времени выполнения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Снижение затрат ресурсов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Повышение устойчивости процессов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DeepSeek оптимизирует пайплайны</a:t>
            </a:r>
            <a:endParaRPr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/>
              <a:t>Ключевые механизмы DeepSeek:</a:t>
            </a:r>
            <a:endParaRPr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lang="ru" sz="2300"/>
              <a:t>Автоанализ графа вычислений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ru" sz="2300"/>
              <a:t>Динамическое распределение нагрузки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ru" sz="2300"/>
              <a:t>Предиктивный выбор стратегий выполнения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ru" sz="2300"/>
              <a:t>Автоматическое переписывание кода</a:t>
            </a:r>
            <a:endParaRPr sz="2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Преимущества автоматической оптимизации</a:t>
            </a:r>
            <a:endParaRPr/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/>
              <a:t>Преимущества:</a:t>
            </a:r>
            <a:endParaRPr sz="2500"/>
          </a:p>
          <a:p>
            <a:pPr indent="-387350" lvl="0" marL="457200" rtl="0" algn="l">
              <a:spcBef>
                <a:spcPts val="1200"/>
              </a:spcBef>
              <a:spcAft>
                <a:spcPts val="0"/>
              </a:spcAft>
              <a:buSzPts val="2500"/>
              <a:buChar char="●"/>
            </a:pPr>
            <a:r>
              <a:rPr lang="ru" sz="2500"/>
              <a:t>Повышение производительности до 5–20×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ru" sz="2500"/>
              <a:t>Снижение энергопотребления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ru" sz="2500"/>
              <a:t>Уменьшение ошибок конфигурации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ru" sz="2500"/>
              <a:t>Автоматическое масштабирование</a:t>
            </a:r>
            <a:endParaRPr sz="2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Примеры применения</a:t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192825" y="1583800"/>
            <a:ext cx="28665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DeepSeek: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Аналитические системы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Научные вычисления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ML/AI обучение моделей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ETL и Big Data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Системы реального времени</a:t>
            </a:r>
            <a:endParaRPr sz="1800"/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4850" y="1870994"/>
            <a:ext cx="3933825" cy="2214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внедрить DeepSeek</a:t>
            </a:r>
            <a:endParaRPr/>
          </a:p>
        </p:txBody>
      </p:sp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1013425" y="1567550"/>
            <a:ext cx="4077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/>
              <a:t>Шаги внедрения:</a:t>
            </a:r>
            <a:endParaRPr sz="1900"/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ru" sz="1900"/>
              <a:t>Анализ существующего пайплайна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u" sz="1900"/>
              <a:t>Интеграция API DeepSeek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u" sz="1900"/>
              <a:t>Определение зон оптимизации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u" sz="1900"/>
              <a:t>Тестирование влияния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u" sz="1900"/>
              <a:t>Развёртывание</a:t>
            </a:r>
            <a:endParaRPr sz="1900"/>
          </a:p>
        </p:txBody>
      </p:sp>
      <p:pic>
        <p:nvPicPr>
          <p:cNvPr id="174" name="Google Shape;17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2775" y="1886400"/>
            <a:ext cx="3929677" cy="2210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Ограничения и риски</a:t>
            </a:r>
            <a:endParaRPr/>
          </a:p>
        </p:txBody>
      </p:sp>
      <p:sp>
        <p:nvSpPr>
          <p:cNvPr id="180" name="Google Shape;180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/>
              <a:t>Ограничения:</a:t>
            </a:r>
            <a:endParaRPr sz="2600"/>
          </a:p>
          <a:p>
            <a:pPr indent="-393700" lvl="0" marL="457200" rtl="0" algn="l">
              <a:spcBef>
                <a:spcPts val="1200"/>
              </a:spcBef>
              <a:spcAft>
                <a:spcPts val="0"/>
              </a:spcAft>
              <a:buSzPts val="2600"/>
              <a:buChar char="●"/>
            </a:pPr>
            <a:r>
              <a:rPr lang="ru" sz="2600"/>
              <a:t>Необходимость контроля качества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ru" sz="2600"/>
              <a:t>Зависимость от корректной телеметрии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ru" sz="2600"/>
              <a:t>Потенциальная сложность инте</a:t>
            </a:r>
            <a:r>
              <a:rPr lang="ru" sz="2600"/>
              <a:t>г</a:t>
            </a:r>
            <a:r>
              <a:rPr lang="ru" sz="2600"/>
              <a:t>рации</a:t>
            </a:r>
            <a:endParaRPr sz="2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Итоги</a:t>
            </a:r>
            <a:endParaRPr/>
          </a:p>
        </p:txBody>
      </p:sp>
      <p:sp>
        <p:nvSpPr>
          <p:cNvPr id="186" name="Google Shape;186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/>
              <a:t>DeepSeek позволяет:</a:t>
            </a:r>
            <a:endParaRPr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Автоматизировать сложные вычислительные процессы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Снижать стоимость и время выполнения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Повышать надёжность пайплайнов</a:t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type="title"/>
          </p:nvPr>
        </p:nvSpPr>
        <p:spPr>
          <a:xfrm>
            <a:off x="1297500" y="21147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