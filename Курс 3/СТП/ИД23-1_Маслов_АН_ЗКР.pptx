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B85BF9-FAD0-267B-8EC1-D38CCC087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E0988E-E140-7C63-4FEC-EC5381AC0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81F1D2-DECF-ED2A-A131-B81C6B22B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05C340-7660-5B4C-6CC3-774FCE828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F9507-EE2F-B1D0-65DE-93FFDB85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9808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81A4-EF08-B3F0-C775-434C16EE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758516-8B32-BAA0-0969-1048A30C5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FEB21F-21A8-A8F0-09C2-E4F6DEA9A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244F8D-8F46-CF1E-8778-1D8FA09BB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93D8DE-0DC4-C646-4AD3-8B50CD1FC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296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78AB8-AAB0-59B1-1B2E-24830335F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0F25F33-EA0C-5DBD-B9A4-61C901FB6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33C78E-1512-8758-4E1C-EF3F8044D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B1B036-163F-D30F-1798-A4D104761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ACF0D2-486C-8115-0C42-0A8F019DB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977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BAE05D-0691-C063-7AC1-2C0A27FD2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5B22F8-A39D-195F-B848-CA41473634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4EA2A56-047F-40C1-88E4-B6BB330FA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012277-BD9E-1EF8-1004-137B2EBE5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747014-ACCA-5A90-0E38-E6BE7E6A9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424B660-A67B-40B4-1939-A3E369843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7317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E17613-DB4D-DDC3-5190-33148C0BC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4372DC8-99BA-46EE-3CC8-2D7E04938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635D44-69E7-7634-EEFA-36DCC72ED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FFA7917-59F9-69F6-7D57-1AE34CDA66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A2CD614-8B08-814A-43E1-4F5AE9FA0F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871E9E3-0AF1-8060-8197-A4C5D6DE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F1DC28D-DC22-40DB-67E4-7E897974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D4838CA-83BF-2E7B-D193-D73B67A63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859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8C26CC-4043-6E88-CD97-65000A94C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EDE743A-293B-A82E-1383-06AF289C4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26451ED-C604-2607-98B5-2DFB54350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5183CD-3906-D649-7A8A-AFF3F109E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7386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8FDC958-18B1-44C2-F193-049A6BADF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3D4357A-51A4-B137-61FE-13FBA720C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FC996F-E4EB-1A9D-EB35-B4109CE7F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1450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DE20E-5CC9-5F19-BB6E-F96301650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1E4883-766D-4CAD-346E-18E64AED2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CBC1F6-B186-5E93-0B4A-708FB01BA4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5FFB89A-8174-A6C9-437C-388EEB96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428209C-A178-3F79-8A20-7E95B1D1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AD129A-A2AB-327D-B264-914787DA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8104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465D66-3AA7-480D-2022-563CB68A6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349EC09-4698-335F-8EE4-C81EF71D76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300FB46-FFF9-E63A-1C77-FB337B48DC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9C19181-C89C-3075-F542-1B2C6CEF7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2A62E8-D99E-44B0-3834-C76874B31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5721FB-1EB2-F04A-1282-7199B3492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4002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B96C9B-46B5-76AA-4977-B8DFDE729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F24CB9C-E9E3-FECD-5D10-827BB945F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160671-CBE9-2DEA-9C84-DD95E1E3F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E574F4C-4E76-9FF9-D976-32B4A6061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EEE51C8-BE1F-6962-3699-CF9DF25B9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535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E522A8C-A589-4131-54C5-5DCF032B0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A7EF001-AA69-8A17-181B-583E3AC0E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D49E0E-770B-CAD0-773E-BE4E339C0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A784D2-4C85-5F77-4B5C-F4DA6A8BE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07B5E2-0674-2267-AD1A-5BD5FFC9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29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899621-B1DB-ED80-FE73-7DB9CFD9E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B4FEF3-074B-B837-E8E8-86600CB83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594C05-1480-628E-37E6-867BBBA0AA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3C351-EE3F-4DF4-A817-61A0CDC45692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942699-9A14-E307-9066-BD2895FAD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5BAE0B-579D-DEE3-EE48-188A6680A7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B3C925-2BB2-4C0E-83FE-82357C9D505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132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A3E434-1293-467A-9480-55D9A2BA50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509BE6-46E8-F917-F06F-168579AB2C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1137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718D26-D1DF-C5CD-6F69-ED7BE180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C457CC-30E9-0A03-5408-73230DEF2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50491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0</Words>
  <Application>Microsoft Office PowerPoint</Application>
  <PresentationFormat>Широкоэкранный</PresentationFormat>
  <Paragraphs>0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Aknas Macefg</dc:creator>
  <cp:lastModifiedBy>Aknas Macefg</cp:lastModifiedBy>
  <cp:revision>1</cp:revision>
  <dcterms:created xsi:type="dcterms:W3CDTF">2025-12-16T10:42:40Z</dcterms:created>
  <dcterms:modified xsi:type="dcterms:W3CDTF">2025-12-16T12:22:23Z</dcterms:modified>
</cp:coreProperties>
</file>