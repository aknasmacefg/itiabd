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Playfair Display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Oswald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Oswald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Oswa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fairDisplay-bold.fntdata"/><Relationship Id="rId16" Type="http://schemas.openxmlformats.org/officeDocument/2006/relationships/font" Target="fonts/PlayfairDisplay-regular.fntdata"/><Relationship Id="rId19" Type="http://schemas.openxmlformats.org/officeDocument/2006/relationships/font" Target="fonts/PlayfairDisplay-boldItalic.fntdata"/><Relationship Id="rId18" Type="http://schemas.openxmlformats.org/officeDocument/2006/relationships/font" Target="fonts/PlayfairDisplay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d6c05755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ad6c05755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d6c05755e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d6c05755e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d6c05755e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ad6c05755e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d6c05755e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d6c05755e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d6c05755e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d6c05755e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ad6c05755e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ad6c05755e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d6c05755e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d6c05755e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d6c05755e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ad6c05755e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ad6c05755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ad6c05755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Роли в Scrum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ИД23-1 Маслов АН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387" y="244463"/>
            <a:ext cx="8865825" cy="465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Ключевые особенности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К</a:t>
            </a:r>
            <a:r>
              <a:rPr lang="ru"/>
              <a:t>росс-функциональность: в команде есть все необходимые специалисты для end-to-end разработки.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Самоорганизация: команда сама планирует работу и распределяет задачи, нет микроменеджмента.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Фокус на одном продукте: все усилия сконцентрированы на одном проекте.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ru"/>
              <a:t>Долгосрочность: команда стабильна и работает вместе на протяжении всего цикла продукта.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Три ключевые роли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100" y="1312850"/>
            <a:ext cx="4089000" cy="18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49875" y="1093925"/>
            <a:ext cx="4562349" cy="2110086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5624" y="3280203"/>
            <a:ext cx="4089000" cy="18911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Владелец Продукта (Product Owner)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/>
              <a:t>Владелец Продукта — это связующее звено между бизнесом, клиентами и командой. Его главная задача — максимизировать ценность продукта. Он один отвечает за управление Бэклогом Продукта: формулирует требования, приоритезирует задачи и постоянно доносит до команды видение и цели продукта.</a:t>
            </a:r>
            <a:endParaRPr sz="2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Scrum-мастер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/>
              <a:t>Scrum-мастер — это не менеджер и не руководитель проекта. Его задача — помогать команде работать в рамках фреймворка Scrum максимально эффективно. Он выступает в роли коуча для команды, фасилитатора на ключевых мероприятиях и защитника процесса, который убирает организационные препятствия на пути команды.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Разработки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/>
              <a:t>Команда Разработки — это 3-9 технических специалистов (разработчики, тестировщики, дизайнеры, аналитики). Они самоорганизуются, чтобы превратить элементы Бэклога в готовый функционал. Важнейший принцип — коллективная ответственность. Команда в целом отвечает за успех или неудачу, здесь нет индивидуальной вины</a:t>
            </a:r>
            <a:endParaRPr sz="2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Как работает scrum команда?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/>
              <a:t>В</a:t>
            </a:r>
            <a:r>
              <a:rPr lang="ru" sz="2100"/>
              <a:t>ся работа строится на коротких, фиксированных по времени итерациях — спринтах (обычно 2-4 недели). Каждый спринт — это законченный цикл:</a:t>
            </a:r>
            <a:endParaRPr sz="21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Планирование: команда выбирает задачи из Бэклога.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Работа: ежедневные стендапы и разработка.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Обзор: демонстрация результата заинтересованным сторонам.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Ретроспектива: анализ процесса и поиск путей улучшения.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ru" sz="2100"/>
              <a:t>Это позволяет регулярно получать обратную связь и быстро адаптироваться.</a:t>
            </a:r>
            <a:endParaRPr sz="2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25472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200"/>
              <a:t>Сила Scrum-команды — в балансе и равноправии. Каждая из трех роль компенсирует и поддерживает другие, создавая устойчивую систему. Владелец Продукта задает направление, Команда Разработки создает продукт, а Scrum-мастер обеспечивает скорость и качество процесса. Вместе они образуют автономную единицу, способную гибко реагировать на изменения и эффективно поставлять ценность.</a:t>
            </a:r>
            <a:endParaRPr sz="2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Спасибо за внимание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