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9"/>
  </p:notesMasterIdLst>
  <p:sldIdLst>
    <p:sldId id="256" r:id="rId2"/>
    <p:sldId id="270" r:id="rId3"/>
    <p:sldId id="258" r:id="rId4"/>
    <p:sldId id="259" r:id="rId5"/>
    <p:sldId id="269" r:id="rId6"/>
    <p:sldId id="260" r:id="rId7"/>
    <p:sldId id="262" r:id="rId8"/>
    <p:sldId id="265" r:id="rId9"/>
    <p:sldId id="264" r:id="rId10"/>
    <p:sldId id="273" r:id="rId11"/>
    <p:sldId id="274" r:id="rId12"/>
    <p:sldId id="275" r:id="rId13"/>
    <p:sldId id="271" r:id="rId14"/>
    <p:sldId id="266" r:id="rId15"/>
    <p:sldId id="272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77" autoAdjust="0"/>
  </p:normalViewPr>
  <p:slideViewPr>
    <p:cSldViewPr snapToGrid="0">
      <p:cViewPr varScale="1">
        <p:scale>
          <a:sx n="66" d="100"/>
          <a:sy n="66" d="100"/>
        </p:scale>
        <p:origin x="29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F2CFC7-93EF-40A0-A9FA-8711BDF1071F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531DC58-44DF-4AF3-8CC1-29F03B1462EB}">
      <dgm:prSet/>
      <dgm:spPr/>
      <dgm:t>
        <a:bodyPr/>
        <a:lstStyle/>
        <a:p>
          <a:r>
            <a:rPr lang="ru-RU" dirty="0"/>
            <a:t>Реализован веб-интерфейс для работы с каталогом книг</a:t>
          </a:r>
          <a:endParaRPr lang="en-US" dirty="0"/>
        </a:p>
      </dgm:t>
    </dgm:pt>
    <dgm:pt modelId="{C7748A7A-12B9-485D-B518-D5E100F33DAB}" type="parTrans" cxnId="{9683047C-A37B-4830-9D6C-8CC78E35E8CF}">
      <dgm:prSet/>
      <dgm:spPr/>
      <dgm:t>
        <a:bodyPr/>
        <a:lstStyle/>
        <a:p>
          <a:endParaRPr lang="en-US"/>
        </a:p>
      </dgm:t>
    </dgm:pt>
    <dgm:pt modelId="{8712F453-7357-4712-A457-4EC46D63B417}" type="sibTrans" cxnId="{9683047C-A37B-4830-9D6C-8CC78E35E8CF}">
      <dgm:prSet/>
      <dgm:spPr/>
      <dgm:t>
        <a:bodyPr/>
        <a:lstStyle/>
        <a:p>
          <a:endParaRPr lang="en-US"/>
        </a:p>
      </dgm:t>
    </dgm:pt>
    <dgm:pt modelId="{F147F1F3-207C-4B7B-A513-81A46CC77965}">
      <dgm:prSet/>
      <dgm:spPr/>
      <dgm:t>
        <a:bodyPr/>
        <a:lstStyle/>
        <a:p>
          <a:pPr>
            <a:buSzPts val="1000"/>
            <a:buFont typeface="Times New Roman" panose="02020603050405020304" pitchFamily="18" charset="0"/>
            <a:buChar char="-"/>
          </a:pPr>
          <a:r>
            <a:rPr lang="ru-RU" dirty="0"/>
            <a:t>Разработана серверная часть с поддержкой поиска, фильтрации и просмотра информации</a:t>
          </a:r>
        </a:p>
      </dgm:t>
    </dgm:pt>
    <dgm:pt modelId="{25D153CA-6F40-48C2-80F9-C78E449A8D1E}" type="parTrans" cxnId="{65ED1ACC-FD8B-40A7-B7F5-BC193954B2FE}">
      <dgm:prSet/>
      <dgm:spPr/>
      <dgm:t>
        <a:bodyPr/>
        <a:lstStyle/>
        <a:p>
          <a:endParaRPr lang="ru-RU"/>
        </a:p>
      </dgm:t>
    </dgm:pt>
    <dgm:pt modelId="{A10C187C-A632-4C81-AFEC-E69B73987A36}" type="sibTrans" cxnId="{65ED1ACC-FD8B-40A7-B7F5-BC193954B2FE}">
      <dgm:prSet/>
      <dgm:spPr/>
      <dgm:t>
        <a:bodyPr/>
        <a:lstStyle/>
        <a:p>
          <a:endParaRPr lang="ru-RU"/>
        </a:p>
      </dgm:t>
    </dgm:pt>
    <dgm:pt modelId="{3D7A6053-4D08-4F28-922E-6BB531E81D6F}">
      <dgm:prSet/>
      <dgm:spPr/>
      <dgm:t>
        <a:bodyPr/>
        <a:lstStyle/>
        <a:p>
          <a:pPr>
            <a:buSzPts val="1000"/>
            <a:buFont typeface="Times New Roman" panose="02020603050405020304" pitchFamily="18" charset="0"/>
            <a:buChar char="-"/>
          </a:pPr>
          <a:r>
            <a:rPr lang="ru-RU" dirty="0"/>
            <a:t>Создан личный профиль пользователя и система списка желаний</a:t>
          </a:r>
        </a:p>
      </dgm:t>
    </dgm:pt>
    <dgm:pt modelId="{AD5A0B17-85C8-4CCF-A17C-2F727ACC09D2}" type="parTrans" cxnId="{8C264184-46A4-4953-8493-1CDDB66C83BA}">
      <dgm:prSet/>
      <dgm:spPr/>
      <dgm:t>
        <a:bodyPr/>
        <a:lstStyle/>
        <a:p>
          <a:endParaRPr lang="ru-RU"/>
        </a:p>
      </dgm:t>
    </dgm:pt>
    <dgm:pt modelId="{D1F1773F-E9AB-4E45-ADDC-16D0711D33E8}" type="sibTrans" cxnId="{8C264184-46A4-4953-8493-1CDDB66C83BA}">
      <dgm:prSet/>
      <dgm:spPr/>
      <dgm:t>
        <a:bodyPr/>
        <a:lstStyle/>
        <a:p>
          <a:endParaRPr lang="ru-RU"/>
        </a:p>
      </dgm:t>
    </dgm:pt>
    <dgm:pt modelId="{459A5D2A-A737-48A6-A147-FA4AD019A798}">
      <dgm:prSet/>
      <dgm:spPr/>
      <dgm:t>
        <a:bodyPr/>
        <a:lstStyle/>
        <a:p>
          <a:pPr>
            <a:buSzPts val="1000"/>
            <a:buFont typeface="Times New Roman" panose="02020603050405020304" pitchFamily="18" charset="0"/>
            <a:buChar char="-"/>
          </a:pPr>
          <a:r>
            <a:rPr lang="ru-RU" dirty="0"/>
            <a:t>Реализован модуль автоматической рассылки уведомлений о выходе новых книг</a:t>
          </a:r>
        </a:p>
      </dgm:t>
    </dgm:pt>
    <dgm:pt modelId="{3E662B25-F6FD-426A-8EAC-6E717223429D}" type="parTrans" cxnId="{A1D4CCB4-F3DB-4FBD-A18D-33AABD00DA1A}">
      <dgm:prSet/>
      <dgm:spPr/>
      <dgm:t>
        <a:bodyPr/>
        <a:lstStyle/>
        <a:p>
          <a:endParaRPr lang="ru-RU"/>
        </a:p>
      </dgm:t>
    </dgm:pt>
    <dgm:pt modelId="{0D476765-C0AB-45B6-A3D6-FB85B7E09802}" type="sibTrans" cxnId="{A1D4CCB4-F3DB-4FBD-A18D-33AABD00DA1A}">
      <dgm:prSet/>
      <dgm:spPr/>
      <dgm:t>
        <a:bodyPr/>
        <a:lstStyle/>
        <a:p>
          <a:endParaRPr lang="ru-RU"/>
        </a:p>
      </dgm:t>
    </dgm:pt>
    <dgm:pt modelId="{A0781A3F-3985-4153-AD5C-6A0B4C0B0752}">
      <dgm:prSet/>
      <dgm:spPr/>
      <dgm:t>
        <a:bodyPr/>
        <a:lstStyle/>
        <a:p>
          <a:pPr>
            <a:buNone/>
          </a:pPr>
          <a:r>
            <a:rPr lang="ru-RU" dirty="0"/>
            <a:t>Создан административный интерфейс для управления каталогом</a:t>
          </a:r>
        </a:p>
      </dgm:t>
    </dgm:pt>
    <dgm:pt modelId="{A2083964-0B81-453C-BAA4-F018918FFA4E}" type="parTrans" cxnId="{872D90E3-C988-4C55-A7DA-4E0EAFB1A959}">
      <dgm:prSet/>
      <dgm:spPr/>
      <dgm:t>
        <a:bodyPr/>
        <a:lstStyle/>
        <a:p>
          <a:endParaRPr lang="ru-RU"/>
        </a:p>
      </dgm:t>
    </dgm:pt>
    <dgm:pt modelId="{D09B2A37-9115-4F86-8CDA-CFA636D380C4}" type="sibTrans" cxnId="{872D90E3-C988-4C55-A7DA-4E0EAFB1A959}">
      <dgm:prSet/>
      <dgm:spPr/>
      <dgm:t>
        <a:bodyPr/>
        <a:lstStyle/>
        <a:p>
          <a:endParaRPr lang="ru-RU"/>
        </a:p>
      </dgm:t>
    </dgm:pt>
    <dgm:pt modelId="{3DDA3FD3-B1F3-475F-80B0-5FD582B50BCF}" type="pres">
      <dgm:prSet presAssocID="{28F2CFC7-93EF-40A0-A9FA-8711BDF1071F}" presName="linear" presStyleCnt="0">
        <dgm:presLayoutVars>
          <dgm:animLvl val="lvl"/>
          <dgm:resizeHandles val="exact"/>
        </dgm:presLayoutVars>
      </dgm:prSet>
      <dgm:spPr/>
    </dgm:pt>
    <dgm:pt modelId="{14A67EAB-6BF9-4AB3-931F-B578B91A9A88}" type="pres">
      <dgm:prSet presAssocID="{2531DC58-44DF-4AF3-8CC1-29F03B1462E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406633B-FD1A-47BD-A9AB-CBB607BE6187}" type="pres">
      <dgm:prSet presAssocID="{8712F453-7357-4712-A457-4EC46D63B417}" presName="spacer" presStyleCnt="0"/>
      <dgm:spPr/>
    </dgm:pt>
    <dgm:pt modelId="{671D2CEC-769A-406D-9CC5-BE3EB361549D}" type="pres">
      <dgm:prSet presAssocID="{F147F1F3-207C-4B7B-A513-81A46CC7796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94830D1-6C2C-464F-AFF8-D3005DF204A2}" type="pres">
      <dgm:prSet presAssocID="{A10C187C-A632-4C81-AFEC-E69B73987A36}" presName="spacer" presStyleCnt="0"/>
      <dgm:spPr/>
    </dgm:pt>
    <dgm:pt modelId="{7C9BA326-A58E-4C88-98DC-5EFDA8F220E5}" type="pres">
      <dgm:prSet presAssocID="{3D7A6053-4D08-4F28-922E-6BB531E81D6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D0CA4C9-A58B-46A9-B3F9-244EF34D1560}" type="pres">
      <dgm:prSet presAssocID="{D1F1773F-E9AB-4E45-ADDC-16D0711D33E8}" presName="spacer" presStyleCnt="0"/>
      <dgm:spPr/>
    </dgm:pt>
    <dgm:pt modelId="{CC3AD6E5-266F-4F36-B4D9-2C2116D13BF3}" type="pres">
      <dgm:prSet presAssocID="{459A5D2A-A737-48A6-A147-FA4AD019A79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CD4CBBE-2B21-4937-A870-A2A0078BEF9B}" type="pres">
      <dgm:prSet presAssocID="{0D476765-C0AB-45B6-A3D6-FB85B7E09802}" presName="spacer" presStyleCnt="0"/>
      <dgm:spPr/>
    </dgm:pt>
    <dgm:pt modelId="{3368F799-8CE1-49E2-9B2D-A781D8258D7E}" type="pres">
      <dgm:prSet presAssocID="{A0781A3F-3985-4153-AD5C-6A0B4C0B075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9F1E415-FEFB-4163-8406-44CA2211EB46}" type="presOf" srcId="{A0781A3F-3985-4153-AD5C-6A0B4C0B0752}" destId="{3368F799-8CE1-49E2-9B2D-A781D8258D7E}" srcOrd="0" destOrd="0" presId="urn:microsoft.com/office/officeart/2005/8/layout/vList2"/>
    <dgm:cxn modelId="{50023B43-723C-473B-BFA9-4DDB1D1B40BF}" type="presOf" srcId="{459A5D2A-A737-48A6-A147-FA4AD019A798}" destId="{CC3AD6E5-266F-4F36-B4D9-2C2116D13BF3}" srcOrd="0" destOrd="0" presId="urn:microsoft.com/office/officeart/2005/8/layout/vList2"/>
    <dgm:cxn modelId="{431B1D49-185D-4366-9C38-2288D541CD6A}" type="presOf" srcId="{F147F1F3-207C-4B7B-A513-81A46CC77965}" destId="{671D2CEC-769A-406D-9CC5-BE3EB361549D}" srcOrd="0" destOrd="0" presId="urn:microsoft.com/office/officeart/2005/8/layout/vList2"/>
    <dgm:cxn modelId="{74C70A52-87D2-4736-A31B-2A4DDFE7AB75}" type="presOf" srcId="{2531DC58-44DF-4AF3-8CC1-29F03B1462EB}" destId="{14A67EAB-6BF9-4AB3-931F-B578B91A9A88}" srcOrd="0" destOrd="0" presId="urn:microsoft.com/office/officeart/2005/8/layout/vList2"/>
    <dgm:cxn modelId="{9683047C-A37B-4830-9D6C-8CC78E35E8CF}" srcId="{28F2CFC7-93EF-40A0-A9FA-8711BDF1071F}" destId="{2531DC58-44DF-4AF3-8CC1-29F03B1462EB}" srcOrd="0" destOrd="0" parTransId="{C7748A7A-12B9-485D-B518-D5E100F33DAB}" sibTransId="{8712F453-7357-4712-A457-4EC46D63B417}"/>
    <dgm:cxn modelId="{8C264184-46A4-4953-8493-1CDDB66C83BA}" srcId="{28F2CFC7-93EF-40A0-A9FA-8711BDF1071F}" destId="{3D7A6053-4D08-4F28-922E-6BB531E81D6F}" srcOrd="2" destOrd="0" parTransId="{AD5A0B17-85C8-4CCF-A17C-2F727ACC09D2}" sibTransId="{D1F1773F-E9AB-4E45-ADDC-16D0711D33E8}"/>
    <dgm:cxn modelId="{64635489-44A9-46CB-8C3E-1E965C8B442D}" type="presOf" srcId="{28F2CFC7-93EF-40A0-A9FA-8711BDF1071F}" destId="{3DDA3FD3-B1F3-475F-80B0-5FD582B50BCF}" srcOrd="0" destOrd="0" presId="urn:microsoft.com/office/officeart/2005/8/layout/vList2"/>
    <dgm:cxn modelId="{999D3794-D48A-40A6-A42D-274C724B87CC}" type="presOf" srcId="{3D7A6053-4D08-4F28-922E-6BB531E81D6F}" destId="{7C9BA326-A58E-4C88-98DC-5EFDA8F220E5}" srcOrd="0" destOrd="0" presId="urn:microsoft.com/office/officeart/2005/8/layout/vList2"/>
    <dgm:cxn modelId="{A1D4CCB4-F3DB-4FBD-A18D-33AABD00DA1A}" srcId="{28F2CFC7-93EF-40A0-A9FA-8711BDF1071F}" destId="{459A5D2A-A737-48A6-A147-FA4AD019A798}" srcOrd="3" destOrd="0" parTransId="{3E662B25-F6FD-426A-8EAC-6E717223429D}" sibTransId="{0D476765-C0AB-45B6-A3D6-FB85B7E09802}"/>
    <dgm:cxn modelId="{65ED1ACC-FD8B-40A7-B7F5-BC193954B2FE}" srcId="{28F2CFC7-93EF-40A0-A9FA-8711BDF1071F}" destId="{F147F1F3-207C-4B7B-A513-81A46CC77965}" srcOrd="1" destOrd="0" parTransId="{25D153CA-6F40-48C2-80F9-C78E449A8D1E}" sibTransId="{A10C187C-A632-4C81-AFEC-E69B73987A36}"/>
    <dgm:cxn modelId="{872D90E3-C988-4C55-A7DA-4E0EAFB1A959}" srcId="{28F2CFC7-93EF-40A0-A9FA-8711BDF1071F}" destId="{A0781A3F-3985-4153-AD5C-6A0B4C0B0752}" srcOrd="4" destOrd="0" parTransId="{A2083964-0B81-453C-BAA4-F018918FFA4E}" sibTransId="{D09B2A37-9115-4F86-8CDA-CFA636D380C4}"/>
    <dgm:cxn modelId="{357E324F-E9CE-43F8-BE6C-456085452E9A}" type="presParOf" srcId="{3DDA3FD3-B1F3-475F-80B0-5FD582B50BCF}" destId="{14A67EAB-6BF9-4AB3-931F-B578B91A9A88}" srcOrd="0" destOrd="0" presId="urn:microsoft.com/office/officeart/2005/8/layout/vList2"/>
    <dgm:cxn modelId="{D0FEE907-1044-4A4F-A66F-5FDE6A08F3EC}" type="presParOf" srcId="{3DDA3FD3-B1F3-475F-80B0-5FD582B50BCF}" destId="{A406633B-FD1A-47BD-A9AB-CBB607BE6187}" srcOrd="1" destOrd="0" presId="urn:microsoft.com/office/officeart/2005/8/layout/vList2"/>
    <dgm:cxn modelId="{D85DACDD-C1B3-4B58-811D-CA7A91D5A334}" type="presParOf" srcId="{3DDA3FD3-B1F3-475F-80B0-5FD582B50BCF}" destId="{671D2CEC-769A-406D-9CC5-BE3EB361549D}" srcOrd="2" destOrd="0" presId="urn:microsoft.com/office/officeart/2005/8/layout/vList2"/>
    <dgm:cxn modelId="{A86A89F7-8440-4644-B59A-099E5ECD9926}" type="presParOf" srcId="{3DDA3FD3-B1F3-475F-80B0-5FD582B50BCF}" destId="{194830D1-6C2C-464F-AFF8-D3005DF204A2}" srcOrd="3" destOrd="0" presId="urn:microsoft.com/office/officeart/2005/8/layout/vList2"/>
    <dgm:cxn modelId="{56A211E1-9447-445D-BCB8-8FA6BAC169FE}" type="presParOf" srcId="{3DDA3FD3-B1F3-475F-80B0-5FD582B50BCF}" destId="{7C9BA326-A58E-4C88-98DC-5EFDA8F220E5}" srcOrd="4" destOrd="0" presId="urn:microsoft.com/office/officeart/2005/8/layout/vList2"/>
    <dgm:cxn modelId="{84A3A45A-1A23-427C-8404-4ADDC02FE785}" type="presParOf" srcId="{3DDA3FD3-B1F3-475F-80B0-5FD582B50BCF}" destId="{2D0CA4C9-A58B-46A9-B3F9-244EF34D1560}" srcOrd="5" destOrd="0" presId="urn:microsoft.com/office/officeart/2005/8/layout/vList2"/>
    <dgm:cxn modelId="{DF2615F5-6D03-440B-A412-4322D44917AF}" type="presParOf" srcId="{3DDA3FD3-B1F3-475F-80B0-5FD582B50BCF}" destId="{CC3AD6E5-266F-4F36-B4D9-2C2116D13BF3}" srcOrd="6" destOrd="0" presId="urn:microsoft.com/office/officeart/2005/8/layout/vList2"/>
    <dgm:cxn modelId="{2CCC082A-9643-4484-9D4E-0859820946F3}" type="presParOf" srcId="{3DDA3FD3-B1F3-475F-80B0-5FD582B50BCF}" destId="{6CD4CBBE-2B21-4937-A870-A2A0078BEF9B}" srcOrd="7" destOrd="0" presId="urn:microsoft.com/office/officeart/2005/8/layout/vList2"/>
    <dgm:cxn modelId="{341576BF-838C-438A-A8A8-A2821A0EE981}" type="presParOf" srcId="{3DDA3FD3-B1F3-475F-80B0-5FD582B50BCF}" destId="{3368F799-8CE1-49E2-9B2D-A781D8258D7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CD3AD2-2FC9-4AFC-B30F-38DD80079E4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21562A9-9532-456D-A1D5-15F06E975BA6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Удобный и интуитивно понятный пользовательский интерфейс</a:t>
          </a:r>
          <a:endParaRPr lang="en-US" dirty="0"/>
        </a:p>
      </dgm:t>
    </dgm:pt>
    <dgm:pt modelId="{F64623BE-EC0F-4016-85C6-4AF7C0E53E8F}" type="parTrans" cxnId="{C06649A2-8DF3-4BAF-B965-05A6649DFCBE}">
      <dgm:prSet/>
      <dgm:spPr/>
      <dgm:t>
        <a:bodyPr/>
        <a:lstStyle/>
        <a:p>
          <a:endParaRPr lang="en-US"/>
        </a:p>
      </dgm:t>
    </dgm:pt>
    <dgm:pt modelId="{FB5F9E78-DB52-4DCF-87B1-F2830D3B763D}" type="sibTrans" cxnId="{C06649A2-8DF3-4BAF-B965-05A6649DFCBE}">
      <dgm:prSet/>
      <dgm:spPr/>
      <dgm:t>
        <a:bodyPr/>
        <a:lstStyle/>
        <a:p>
          <a:endParaRPr lang="en-US"/>
        </a:p>
      </dgm:t>
    </dgm:pt>
    <dgm:pt modelId="{0D83C979-40F8-41C4-9A4C-C94435549384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Возможность расширения функциональности без изменения основной архитектуры</a:t>
          </a:r>
        </a:p>
      </dgm:t>
    </dgm:pt>
    <dgm:pt modelId="{7FA3569A-8079-4293-B000-4F215C5A4A5B}" type="parTrans" cxnId="{EFA35E6A-0E58-470C-802D-0F862B0923F0}">
      <dgm:prSet/>
      <dgm:spPr/>
      <dgm:t>
        <a:bodyPr/>
        <a:lstStyle/>
        <a:p>
          <a:endParaRPr lang="ru-RU"/>
        </a:p>
      </dgm:t>
    </dgm:pt>
    <dgm:pt modelId="{89C75C1A-4FC4-4BFF-A568-64D013E30283}" type="sibTrans" cxnId="{EFA35E6A-0E58-470C-802D-0F862B0923F0}">
      <dgm:prSet/>
      <dgm:spPr/>
      <dgm:t>
        <a:bodyPr/>
        <a:lstStyle/>
        <a:p>
          <a:endParaRPr lang="ru-RU"/>
        </a:p>
      </dgm:t>
    </dgm:pt>
    <dgm:pt modelId="{52DBB9F6-A6CA-499F-AE33-E7A17D37BB57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Автоматическая рассылка уведомлений пользователям</a:t>
          </a:r>
        </a:p>
      </dgm:t>
    </dgm:pt>
    <dgm:pt modelId="{A3E37181-B6A2-4BE8-BEE4-57EC4D8959B9}" type="parTrans" cxnId="{A003618E-02BB-43A4-94C1-1CDD38747127}">
      <dgm:prSet/>
      <dgm:spPr/>
      <dgm:t>
        <a:bodyPr/>
        <a:lstStyle/>
        <a:p>
          <a:endParaRPr lang="ru-RU"/>
        </a:p>
      </dgm:t>
    </dgm:pt>
    <dgm:pt modelId="{ADD84A98-82F4-4B73-8C91-C834C3C3DFB3}" type="sibTrans" cxnId="{A003618E-02BB-43A4-94C1-1CDD38747127}">
      <dgm:prSet/>
      <dgm:spPr/>
      <dgm:t>
        <a:bodyPr/>
        <a:lstStyle/>
        <a:p>
          <a:endParaRPr lang="ru-RU"/>
        </a:p>
      </dgm:t>
    </dgm:pt>
    <dgm:pt modelId="{99FCFB23-C33A-42F1-BE84-35BDB8BF49B2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Гибкость и структурированность базы данных</a:t>
          </a:r>
        </a:p>
      </dgm:t>
    </dgm:pt>
    <dgm:pt modelId="{B061950B-7552-4089-B1C0-C63796A78C1C}" type="parTrans" cxnId="{561261EC-02BD-480A-815B-0125461D6DD0}">
      <dgm:prSet/>
      <dgm:spPr/>
      <dgm:t>
        <a:bodyPr/>
        <a:lstStyle/>
        <a:p>
          <a:endParaRPr lang="ru-RU"/>
        </a:p>
      </dgm:t>
    </dgm:pt>
    <dgm:pt modelId="{E466B806-58EC-45AC-816A-BE659F20F542}" type="sibTrans" cxnId="{561261EC-02BD-480A-815B-0125461D6DD0}">
      <dgm:prSet/>
      <dgm:spPr/>
      <dgm:t>
        <a:bodyPr/>
        <a:lstStyle/>
        <a:p>
          <a:endParaRPr lang="ru-RU"/>
        </a:p>
      </dgm:t>
    </dgm:pt>
    <dgm:pt modelId="{4E1E0CA9-4C1A-486A-9701-54846211E9E0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Кроссплатформенная работа серверной части</a:t>
          </a:r>
        </a:p>
      </dgm:t>
    </dgm:pt>
    <dgm:pt modelId="{A7CE9BCE-7BEC-4284-B794-0BB8CFD5FA8B}" type="parTrans" cxnId="{42436BA8-E353-4B77-9057-B73642EA1FEF}">
      <dgm:prSet/>
      <dgm:spPr/>
      <dgm:t>
        <a:bodyPr/>
        <a:lstStyle/>
        <a:p>
          <a:endParaRPr lang="ru-RU"/>
        </a:p>
      </dgm:t>
    </dgm:pt>
    <dgm:pt modelId="{B2D81E9D-19B6-4F92-869A-A677BB7AFF8C}" type="sibTrans" cxnId="{42436BA8-E353-4B77-9057-B73642EA1FEF}">
      <dgm:prSet/>
      <dgm:spPr/>
      <dgm:t>
        <a:bodyPr/>
        <a:lstStyle/>
        <a:p>
          <a:endParaRPr lang="ru-RU"/>
        </a:p>
      </dgm:t>
    </dgm:pt>
    <dgm:pt modelId="{BF2233A7-3687-4F6D-BB6D-F2997C8E8076}" type="pres">
      <dgm:prSet presAssocID="{CCCD3AD2-2FC9-4AFC-B30F-38DD80079E4A}" presName="root" presStyleCnt="0">
        <dgm:presLayoutVars>
          <dgm:dir/>
          <dgm:resizeHandles val="exact"/>
        </dgm:presLayoutVars>
      </dgm:prSet>
      <dgm:spPr/>
    </dgm:pt>
    <dgm:pt modelId="{94FFD1E5-3D34-43AF-BF70-5264856B43E3}" type="pres">
      <dgm:prSet presAssocID="{D21562A9-9532-456D-A1D5-15F06E975BA6}" presName="compNode" presStyleCnt="0"/>
      <dgm:spPr/>
    </dgm:pt>
    <dgm:pt modelId="{D61C1460-5388-48CF-856A-91156AB9605C}" type="pres">
      <dgm:prSet presAssocID="{D21562A9-9532-456D-A1D5-15F06E975BA6}" presName="bgRect" presStyleLbl="bgShp" presStyleIdx="0" presStyleCnt="5"/>
      <dgm:spPr/>
    </dgm:pt>
    <dgm:pt modelId="{CF1D8E0A-9544-4A8A-B1D0-BDCD7590EF96}" type="pres">
      <dgm:prSet presAssocID="{D21562A9-9532-456D-A1D5-15F06E975BA6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Окно браузера со сплошной заливкой"/>
        </a:ext>
      </dgm:extLst>
    </dgm:pt>
    <dgm:pt modelId="{D1DB3D86-8A3B-4D58-8CB0-C10D9DEC3216}" type="pres">
      <dgm:prSet presAssocID="{D21562A9-9532-456D-A1D5-15F06E975BA6}" presName="spaceRect" presStyleCnt="0"/>
      <dgm:spPr/>
    </dgm:pt>
    <dgm:pt modelId="{B3D52327-E160-4485-980E-C0F2BC59E7FD}" type="pres">
      <dgm:prSet presAssocID="{D21562A9-9532-456D-A1D5-15F06E975BA6}" presName="parTx" presStyleLbl="revTx" presStyleIdx="0" presStyleCnt="5">
        <dgm:presLayoutVars>
          <dgm:chMax val="0"/>
          <dgm:chPref val="0"/>
        </dgm:presLayoutVars>
      </dgm:prSet>
      <dgm:spPr/>
    </dgm:pt>
    <dgm:pt modelId="{111D19C9-AC6F-4123-8352-76029ED7FAF1}" type="pres">
      <dgm:prSet presAssocID="{FB5F9E78-DB52-4DCF-87B1-F2830D3B763D}" presName="sibTrans" presStyleCnt="0"/>
      <dgm:spPr/>
    </dgm:pt>
    <dgm:pt modelId="{CA2F5D57-E1F9-43CF-80D9-E15F712C2860}" type="pres">
      <dgm:prSet presAssocID="{0D83C979-40F8-41C4-9A4C-C94435549384}" presName="compNode" presStyleCnt="0"/>
      <dgm:spPr/>
    </dgm:pt>
    <dgm:pt modelId="{0D1A7905-0D2A-4229-9396-1281073D5F84}" type="pres">
      <dgm:prSet presAssocID="{0D83C979-40F8-41C4-9A4C-C94435549384}" presName="bgRect" presStyleLbl="bgShp" presStyleIdx="1" presStyleCnt="5"/>
      <dgm:spPr/>
    </dgm:pt>
    <dgm:pt modelId="{807EE3AD-743A-44F5-BDEC-CC5C9C046174}" type="pres">
      <dgm:prSet presAssocID="{0D83C979-40F8-41C4-9A4C-C94435549384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Развернуть со сплошной заливкой"/>
        </a:ext>
      </dgm:extLst>
    </dgm:pt>
    <dgm:pt modelId="{3C91E315-C843-47FC-A999-0FC157D19F87}" type="pres">
      <dgm:prSet presAssocID="{0D83C979-40F8-41C4-9A4C-C94435549384}" presName="spaceRect" presStyleCnt="0"/>
      <dgm:spPr/>
    </dgm:pt>
    <dgm:pt modelId="{E07A0090-2B72-4AA4-8FE6-CE23B0D6BD04}" type="pres">
      <dgm:prSet presAssocID="{0D83C979-40F8-41C4-9A4C-C94435549384}" presName="parTx" presStyleLbl="revTx" presStyleIdx="1" presStyleCnt="5">
        <dgm:presLayoutVars>
          <dgm:chMax val="0"/>
          <dgm:chPref val="0"/>
        </dgm:presLayoutVars>
      </dgm:prSet>
      <dgm:spPr/>
    </dgm:pt>
    <dgm:pt modelId="{E2E28029-6301-42F7-85F8-171B965C0547}" type="pres">
      <dgm:prSet presAssocID="{89C75C1A-4FC4-4BFF-A568-64D013E30283}" presName="sibTrans" presStyleCnt="0"/>
      <dgm:spPr/>
    </dgm:pt>
    <dgm:pt modelId="{13C408C7-E6DD-4CE6-9E98-E80A9B79B0EC}" type="pres">
      <dgm:prSet presAssocID="{52DBB9F6-A6CA-499F-AE33-E7A17D37BB57}" presName="compNode" presStyleCnt="0"/>
      <dgm:spPr/>
    </dgm:pt>
    <dgm:pt modelId="{36884D68-9EE8-4786-AE05-23AA3B578D9F}" type="pres">
      <dgm:prSet presAssocID="{52DBB9F6-A6CA-499F-AE33-E7A17D37BB57}" presName="bgRect" presStyleLbl="bgShp" presStyleIdx="2" presStyleCnt="5"/>
      <dgm:spPr/>
    </dgm:pt>
    <dgm:pt modelId="{EED603E5-0F3A-4B1D-B249-BD2A8A010B0C}" type="pres">
      <dgm:prSet presAssocID="{52DBB9F6-A6CA-499F-AE33-E7A17D37BB57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Конверт со сплошной заливкой"/>
        </a:ext>
      </dgm:extLst>
    </dgm:pt>
    <dgm:pt modelId="{D2A00241-D65B-4F12-8296-6806A94F0ECF}" type="pres">
      <dgm:prSet presAssocID="{52DBB9F6-A6CA-499F-AE33-E7A17D37BB57}" presName="spaceRect" presStyleCnt="0"/>
      <dgm:spPr/>
    </dgm:pt>
    <dgm:pt modelId="{F2630F59-72B7-4411-AF2F-11FFCD4A558F}" type="pres">
      <dgm:prSet presAssocID="{52DBB9F6-A6CA-499F-AE33-E7A17D37BB57}" presName="parTx" presStyleLbl="revTx" presStyleIdx="2" presStyleCnt="5">
        <dgm:presLayoutVars>
          <dgm:chMax val="0"/>
          <dgm:chPref val="0"/>
        </dgm:presLayoutVars>
      </dgm:prSet>
      <dgm:spPr/>
    </dgm:pt>
    <dgm:pt modelId="{6EF05A47-C8A0-49C8-91D6-05F2AE39A9D8}" type="pres">
      <dgm:prSet presAssocID="{ADD84A98-82F4-4B73-8C91-C834C3C3DFB3}" presName="sibTrans" presStyleCnt="0"/>
      <dgm:spPr/>
    </dgm:pt>
    <dgm:pt modelId="{87F214E6-E901-43E5-8AE7-F858ED877C14}" type="pres">
      <dgm:prSet presAssocID="{99FCFB23-C33A-42F1-BE84-35BDB8BF49B2}" presName="compNode" presStyleCnt="0"/>
      <dgm:spPr/>
    </dgm:pt>
    <dgm:pt modelId="{367DA770-0EBB-4848-A3A6-B3B8E7E02E65}" type="pres">
      <dgm:prSet presAssocID="{99FCFB23-C33A-42F1-BE84-35BDB8BF49B2}" presName="bgRect" presStyleLbl="bgShp" presStyleIdx="3" presStyleCnt="5"/>
      <dgm:spPr/>
    </dgm:pt>
    <dgm:pt modelId="{460AD633-AB49-4C4F-B001-55E51F62E157}" type="pres">
      <dgm:prSet presAssocID="{99FCFB23-C33A-42F1-BE84-35BDB8BF49B2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База данных со сплошной заливкой"/>
        </a:ext>
      </dgm:extLst>
    </dgm:pt>
    <dgm:pt modelId="{F80FED41-892C-4DDA-ABBE-FC630F0EE32E}" type="pres">
      <dgm:prSet presAssocID="{99FCFB23-C33A-42F1-BE84-35BDB8BF49B2}" presName="spaceRect" presStyleCnt="0"/>
      <dgm:spPr/>
    </dgm:pt>
    <dgm:pt modelId="{13271AC6-BCD8-4F80-9CA7-AB33E67BEE0D}" type="pres">
      <dgm:prSet presAssocID="{99FCFB23-C33A-42F1-BE84-35BDB8BF49B2}" presName="parTx" presStyleLbl="revTx" presStyleIdx="3" presStyleCnt="5">
        <dgm:presLayoutVars>
          <dgm:chMax val="0"/>
          <dgm:chPref val="0"/>
        </dgm:presLayoutVars>
      </dgm:prSet>
      <dgm:spPr/>
    </dgm:pt>
    <dgm:pt modelId="{01664685-02C1-4C03-ABFB-75B19AFFF75E}" type="pres">
      <dgm:prSet presAssocID="{E466B806-58EC-45AC-816A-BE659F20F542}" presName="sibTrans" presStyleCnt="0"/>
      <dgm:spPr/>
    </dgm:pt>
    <dgm:pt modelId="{97C934D0-5A75-42E7-AA24-C3811AC6791A}" type="pres">
      <dgm:prSet presAssocID="{4E1E0CA9-4C1A-486A-9701-54846211E9E0}" presName="compNode" presStyleCnt="0"/>
      <dgm:spPr/>
    </dgm:pt>
    <dgm:pt modelId="{6E57D152-B6C2-4ED9-A612-CB2FD43CCE3B}" type="pres">
      <dgm:prSet presAssocID="{4E1E0CA9-4C1A-486A-9701-54846211E9E0}" presName="bgRect" presStyleLbl="bgShp" presStyleIdx="4" presStyleCnt="5"/>
      <dgm:spPr/>
    </dgm:pt>
    <dgm:pt modelId="{C9180E08-EA6C-4377-B5C8-D75F5C95D0EA}" type="pres">
      <dgm:prSet presAssocID="{4E1E0CA9-4C1A-486A-9701-54846211E9E0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Схема с ветвлением со сплошной заливкой"/>
        </a:ext>
      </dgm:extLst>
    </dgm:pt>
    <dgm:pt modelId="{F2C0B74E-F29D-4952-AA0F-E5564BD48AD8}" type="pres">
      <dgm:prSet presAssocID="{4E1E0CA9-4C1A-486A-9701-54846211E9E0}" presName="spaceRect" presStyleCnt="0"/>
      <dgm:spPr/>
    </dgm:pt>
    <dgm:pt modelId="{C38844BF-1388-4B96-A95B-F2C01F4E39C1}" type="pres">
      <dgm:prSet presAssocID="{4E1E0CA9-4C1A-486A-9701-54846211E9E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2A93919-0A35-4237-92DC-D930E98D96DF}" type="presOf" srcId="{D21562A9-9532-456D-A1D5-15F06E975BA6}" destId="{B3D52327-E160-4485-980E-C0F2BC59E7FD}" srcOrd="0" destOrd="0" presId="urn:microsoft.com/office/officeart/2018/2/layout/IconVerticalSolidList"/>
    <dgm:cxn modelId="{CF96985E-106F-42D6-9410-3A596C93C796}" type="presOf" srcId="{99FCFB23-C33A-42F1-BE84-35BDB8BF49B2}" destId="{13271AC6-BCD8-4F80-9CA7-AB33E67BEE0D}" srcOrd="0" destOrd="0" presId="urn:microsoft.com/office/officeart/2018/2/layout/IconVerticalSolidList"/>
    <dgm:cxn modelId="{EFA35E6A-0E58-470C-802D-0F862B0923F0}" srcId="{CCCD3AD2-2FC9-4AFC-B30F-38DD80079E4A}" destId="{0D83C979-40F8-41C4-9A4C-C94435549384}" srcOrd="1" destOrd="0" parTransId="{7FA3569A-8079-4293-B000-4F215C5A4A5B}" sibTransId="{89C75C1A-4FC4-4BFF-A568-64D013E30283}"/>
    <dgm:cxn modelId="{C0F7507A-47BA-4286-974C-6629D61D6A78}" type="presOf" srcId="{0D83C979-40F8-41C4-9A4C-C94435549384}" destId="{E07A0090-2B72-4AA4-8FE6-CE23B0D6BD04}" srcOrd="0" destOrd="0" presId="urn:microsoft.com/office/officeart/2018/2/layout/IconVerticalSolidList"/>
    <dgm:cxn modelId="{A003618E-02BB-43A4-94C1-1CDD38747127}" srcId="{CCCD3AD2-2FC9-4AFC-B30F-38DD80079E4A}" destId="{52DBB9F6-A6CA-499F-AE33-E7A17D37BB57}" srcOrd="2" destOrd="0" parTransId="{A3E37181-B6A2-4BE8-BEE4-57EC4D8959B9}" sibTransId="{ADD84A98-82F4-4B73-8C91-C834C3C3DFB3}"/>
    <dgm:cxn modelId="{C06649A2-8DF3-4BAF-B965-05A6649DFCBE}" srcId="{CCCD3AD2-2FC9-4AFC-B30F-38DD80079E4A}" destId="{D21562A9-9532-456D-A1D5-15F06E975BA6}" srcOrd="0" destOrd="0" parTransId="{F64623BE-EC0F-4016-85C6-4AF7C0E53E8F}" sibTransId="{FB5F9E78-DB52-4DCF-87B1-F2830D3B763D}"/>
    <dgm:cxn modelId="{42436BA8-E353-4B77-9057-B73642EA1FEF}" srcId="{CCCD3AD2-2FC9-4AFC-B30F-38DD80079E4A}" destId="{4E1E0CA9-4C1A-486A-9701-54846211E9E0}" srcOrd="4" destOrd="0" parTransId="{A7CE9BCE-7BEC-4284-B794-0BB8CFD5FA8B}" sibTransId="{B2D81E9D-19B6-4F92-869A-A677BB7AFF8C}"/>
    <dgm:cxn modelId="{7A98D9B9-B29A-40ED-99C6-7C0F4C24D8E1}" type="presOf" srcId="{4E1E0CA9-4C1A-486A-9701-54846211E9E0}" destId="{C38844BF-1388-4B96-A95B-F2C01F4E39C1}" srcOrd="0" destOrd="0" presId="urn:microsoft.com/office/officeart/2018/2/layout/IconVerticalSolidList"/>
    <dgm:cxn modelId="{78D866D5-7546-4A7A-AFFB-F3089B7422DA}" type="presOf" srcId="{52DBB9F6-A6CA-499F-AE33-E7A17D37BB57}" destId="{F2630F59-72B7-4411-AF2F-11FFCD4A558F}" srcOrd="0" destOrd="0" presId="urn:microsoft.com/office/officeart/2018/2/layout/IconVerticalSolidList"/>
    <dgm:cxn modelId="{3B3661E1-5C31-40D3-9AAD-18EEB0031A23}" type="presOf" srcId="{CCCD3AD2-2FC9-4AFC-B30F-38DD80079E4A}" destId="{BF2233A7-3687-4F6D-BB6D-F2997C8E8076}" srcOrd="0" destOrd="0" presId="urn:microsoft.com/office/officeart/2018/2/layout/IconVerticalSolidList"/>
    <dgm:cxn modelId="{561261EC-02BD-480A-815B-0125461D6DD0}" srcId="{CCCD3AD2-2FC9-4AFC-B30F-38DD80079E4A}" destId="{99FCFB23-C33A-42F1-BE84-35BDB8BF49B2}" srcOrd="3" destOrd="0" parTransId="{B061950B-7552-4089-B1C0-C63796A78C1C}" sibTransId="{E466B806-58EC-45AC-816A-BE659F20F542}"/>
    <dgm:cxn modelId="{7DA5DC2A-7670-4F28-84F0-2C136DA6B4D8}" type="presParOf" srcId="{BF2233A7-3687-4F6D-BB6D-F2997C8E8076}" destId="{94FFD1E5-3D34-43AF-BF70-5264856B43E3}" srcOrd="0" destOrd="0" presId="urn:microsoft.com/office/officeart/2018/2/layout/IconVerticalSolidList"/>
    <dgm:cxn modelId="{A3AC0F0A-23B9-49BE-B24F-B07B1EF509E3}" type="presParOf" srcId="{94FFD1E5-3D34-43AF-BF70-5264856B43E3}" destId="{D61C1460-5388-48CF-856A-91156AB9605C}" srcOrd="0" destOrd="0" presId="urn:microsoft.com/office/officeart/2018/2/layout/IconVerticalSolidList"/>
    <dgm:cxn modelId="{06E5519D-BB07-4B50-98A1-F42A11578109}" type="presParOf" srcId="{94FFD1E5-3D34-43AF-BF70-5264856B43E3}" destId="{CF1D8E0A-9544-4A8A-B1D0-BDCD7590EF96}" srcOrd="1" destOrd="0" presId="urn:microsoft.com/office/officeart/2018/2/layout/IconVerticalSolidList"/>
    <dgm:cxn modelId="{AC34BA70-0B68-455D-A30E-CFC67DA4E4B4}" type="presParOf" srcId="{94FFD1E5-3D34-43AF-BF70-5264856B43E3}" destId="{D1DB3D86-8A3B-4D58-8CB0-C10D9DEC3216}" srcOrd="2" destOrd="0" presId="urn:microsoft.com/office/officeart/2018/2/layout/IconVerticalSolidList"/>
    <dgm:cxn modelId="{7760B78A-C41C-4910-99CC-24F64492A421}" type="presParOf" srcId="{94FFD1E5-3D34-43AF-BF70-5264856B43E3}" destId="{B3D52327-E160-4485-980E-C0F2BC59E7FD}" srcOrd="3" destOrd="0" presId="urn:microsoft.com/office/officeart/2018/2/layout/IconVerticalSolidList"/>
    <dgm:cxn modelId="{5C2216B3-A3C3-4038-8348-B53B0E215F7C}" type="presParOf" srcId="{BF2233A7-3687-4F6D-BB6D-F2997C8E8076}" destId="{111D19C9-AC6F-4123-8352-76029ED7FAF1}" srcOrd="1" destOrd="0" presId="urn:microsoft.com/office/officeart/2018/2/layout/IconVerticalSolidList"/>
    <dgm:cxn modelId="{FDD78030-A286-40D1-B955-D5845DC8804F}" type="presParOf" srcId="{BF2233A7-3687-4F6D-BB6D-F2997C8E8076}" destId="{CA2F5D57-E1F9-43CF-80D9-E15F712C2860}" srcOrd="2" destOrd="0" presId="urn:microsoft.com/office/officeart/2018/2/layout/IconVerticalSolidList"/>
    <dgm:cxn modelId="{D45EBFB1-E66B-4EF1-B03D-9E6728ECA691}" type="presParOf" srcId="{CA2F5D57-E1F9-43CF-80D9-E15F712C2860}" destId="{0D1A7905-0D2A-4229-9396-1281073D5F84}" srcOrd="0" destOrd="0" presId="urn:microsoft.com/office/officeart/2018/2/layout/IconVerticalSolidList"/>
    <dgm:cxn modelId="{C5080447-82A1-49F1-BF7D-ECFA9457B32A}" type="presParOf" srcId="{CA2F5D57-E1F9-43CF-80D9-E15F712C2860}" destId="{807EE3AD-743A-44F5-BDEC-CC5C9C046174}" srcOrd="1" destOrd="0" presId="urn:microsoft.com/office/officeart/2018/2/layout/IconVerticalSolidList"/>
    <dgm:cxn modelId="{14470FDD-3B2F-48EB-88CB-8D93ADC7446E}" type="presParOf" srcId="{CA2F5D57-E1F9-43CF-80D9-E15F712C2860}" destId="{3C91E315-C843-47FC-A999-0FC157D19F87}" srcOrd="2" destOrd="0" presId="urn:microsoft.com/office/officeart/2018/2/layout/IconVerticalSolidList"/>
    <dgm:cxn modelId="{DF1D4D46-7062-41EB-8299-4B88EFCA3ABB}" type="presParOf" srcId="{CA2F5D57-E1F9-43CF-80D9-E15F712C2860}" destId="{E07A0090-2B72-4AA4-8FE6-CE23B0D6BD04}" srcOrd="3" destOrd="0" presId="urn:microsoft.com/office/officeart/2018/2/layout/IconVerticalSolidList"/>
    <dgm:cxn modelId="{2ED70C63-5839-45E5-B388-840F6A6D6F28}" type="presParOf" srcId="{BF2233A7-3687-4F6D-BB6D-F2997C8E8076}" destId="{E2E28029-6301-42F7-85F8-171B965C0547}" srcOrd="3" destOrd="0" presId="urn:microsoft.com/office/officeart/2018/2/layout/IconVerticalSolidList"/>
    <dgm:cxn modelId="{CE53C3AE-1409-45E6-AD0F-30A24720C293}" type="presParOf" srcId="{BF2233A7-3687-4F6D-BB6D-F2997C8E8076}" destId="{13C408C7-E6DD-4CE6-9E98-E80A9B79B0EC}" srcOrd="4" destOrd="0" presId="urn:microsoft.com/office/officeart/2018/2/layout/IconVerticalSolidList"/>
    <dgm:cxn modelId="{BACC1D35-758E-40AC-93CE-09245AE0A1BE}" type="presParOf" srcId="{13C408C7-E6DD-4CE6-9E98-E80A9B79B0EC}" destId="{36884D68-9EE8-4786-AE05-23AA3B578D9F}" srcOrd="0" destOrd="0" presId="urn:microsoft.com/office/officeart/2018/2/layout/IconVerticalSolidList"/>
    <dgm:cxn modelId="{17D60545-A9D0-41F0-8B7D-8CA65FD424C0}" type="presParOf" srcId="{13C408C7-E6DD-4CE6-9E98-E80A9B79B0EC}" destId="{EED603E5-0F3A-4B1D-B249-BD2A8A010B0C}" srcOrd="1" destOrd="0" presId="urn:microsoft.com/office/officeart/2018/2/layout/IconVerticalSolidList"/>
    <dgm:cxn modelId="{C6731DA3-2B69-45DB-BCD2-DB7221A006A8}" type="presParOf" srcId="{13C408C7-E6DD-4CE6-9E98-E80A9B79B0EC}" destId="{D2A00241-D65B-4F12-8296-6806A94F0ECF}" srcOrd="2" destOrd="0" presId="urn:microsoft.com/office/officeart/2018/2/layout/IconVerticalSolidList"/>
    <dgm:cxn modelId="{97E4E098-5E57-4051-B710-24835AAE8F40}" type="presParOf" srcId="{13C408C7-E6DD-4CE6-9E98-E80A9B79B0EC}" destId="{F2630F59-72B7-4411-AF2F-11FFCD4A558F}" srcOrd="3" destOrd="0" presId="urn:microsoft.com/office/officeart/2018/2/layout/IconVerticalSolidList"/>
    <dgm:cxn modelId="{333D2DAE-8B49-46E5-B9CD-E4253DF34764}" type="presParOf" srcId="{BF2233A7-3687-4F6D-BB6D-F2997C8E8076}" destId="{6EF05A47-C8A0-49C8-91D6-05F2AE39A9D8}" srcOrd="5" destOrd="0" presId="urn:microsoft.com/office/officeart/2018/2/layout/IconVerticalSolidList"/>
    <dgm:cxn modelId="{515E91BB-1E65-4FE4-825F-F57F008E1852}" type="presParOf" srcId="{BF2233A7-3687-4F6D-BB6D-F2997C8E8076}" destId="{87F214E6-E901-43E5-8AE7-F858ED877C14}" srcOrd="6" destOrd="0" presId="urn:microsoft.com/office/officeart/2018/2/layout/IconVerticalSolidList"/>
    <dgm:cxn modelId="{0E5E6AD3-DCC6-4602-A356-A6A7EBB2DBDA}" type="presParOf" srcId="{87F214E6-E901-43E5-8AE7-F858ED877C14}" destId="{367DA770-0EBB-4848-A3A6-B3B8E7E02E65}" srcOrd="0" destOrd="0" presId="urn:microsoft.com/office/officeart/2018/2/layout/IconVerticalSolidList"/>
    <dgm:cxn modelId="{735E6761-C938-4D21-8650-CFAE46FCB9B4}" type="presParOf" srcId="{87F214E6-E901-43E5-8AE7-F858ED877C14}" destId="{460AD633-AB49-4C4F-B001-55E51F62E157}" srcOrd="1" destOrd="0" presId="urn:microsoft.com/office/officeart/2018/2/layout/IconVerticalSolidList"/>
    <dgm:cxn modelId="{D72FC799-4B51-4FA6-BF0D-78F4DBBE8FB4}" type="presParOf" srcId="{87F214E6-E901-43E5-8AE7-F858ED877C14}" destId="{F80FED41-892C-4DDA-ABBE-FC630F0EE32E}" srcOrd="2" destOrd="0" presId="urn:microsoft.com/office/officeart/2018/2/layout/IconVerticalSolidList"/>
    <dgm:cxn modelId="{A1A5C23E-168D-4F27-A947-7D21B0471F5D}" type="presParOf" srcId="{87F214E6-E901-43E5-8AE7-F858ED877C14}" destId="{13271AC6-BCD8-4F80-9CA7-AB33E67BEE0D}" srcOrd="3" destOrd="0" presId="urn:microsoft.com/office/officeart/2018/2/layout/IconVerticalSolidList"/>
    <dgm:cxn modelId="{17007593-F723-4BBB-BADB-64ED0F1AF055}" type="presParOf" srcId="{BF2233A7-3687-4F6D-BB6D-F2997C8E8076}" destId="{01664685-02C1-4C03-ABFB-75B19AFFF75E}" srcOrd="7" destOrd="0" presId="urn:microsoft.com/office/officeart/2018/2/layout/IconVerticalSolidList"/>
    <dgm:cxn modelId="{BB565564-F2D8-420E-93A2-BFDD84B85D5E}" type="presParOf" srcId="{BF2233A7-3687-4F6D-BB6D-F2997C8E8076}" destId="{97C934D0-5A75-42E7-AA24-C3811AC6791A}" srcOrd="8" destOrd="0" presId="urn:microsoft.com/office/officeart/2018/2/layout/IconVerticalSolidList"/>
    <dgm:cxn modelId="{20059DF5-43E0-43D1-84F6-54D1F1B93D4F}" type="presParOf" srcId="{97C934D0-5A75-42E7-AA24-C3811AC6791A}" destId="{6E57D152-B6C2-4ED9-A612-CB2FD43CCE3B}" srcOrd="0" destOrd="0" presId="urn:microsoft.com/office/officeart/2018/2/layout/IconVerticalSolidList"/>
    <dgm:cxn modelId="{060E9314-F752-44BA-B687-8143349B068F}" type="presParOf" srcId="{97C934D0-5A75-42E7-AA24-C3811AC6791A}" destId="{C9180E08-EA6C-4377-B5C8-D75F5C95D0EA}" srcOrd="1" destOrd="0" presId="urn:microsoft.com/office/officeart/2018/2/layout/IconVerticalSolidList"/>
    <dgm:cxn modelId="{41F19908-731C-4CA2-AC42-BF58BB8C6951}" type="presParOf" srcId="{97C934D0-5A75-42E7-AA24-C3811AC6791A}" destId="{F2C0B74E-F29D-4952-AA0F-E5564BD48AD8}" srcOrd="2" destOrd="0" presId="urn:microsoft.com/office/officeart/2018/2/layout/IconVerticalSolidList"/>
    <dgm:cxn modelId="{493B2A08-F825-46A0-996D-8FE263DF0919}" type="presParOf" srcId="{97C934D0-5A75-42E7-AA24-C3811AC6791A}" destId="{C38844BF-1388-4B96-A95B-F2C01F4E39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762185-9064-4B97-B30B-FA4725AE370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1999DF2-AC42-4421-805A-C0880E560160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Интеллектуальный поиск и рекомендации на основе пользовательской активности</a:t>
          </a:r>
          <a:endParaRPr lang="en-US" dirty="0"/>
        </a:p>
      </dgm:t>
    </dgm:pt>
    <dgm:pt modelId="{5DF34D24-B0C3-4F9F-A9E3-9074D627E604}" type="parTrans" cxnId="{0E0F5C38-3510-4B9B-8CA2-46EB737B1AC9}">
      <dgm:prSet/>
      <dgm:spPr/>
      <dgm:t>
        <a:bodyPr/>
        <a:lstStyle/>
        <a:p>
          <a:endParaRPr lang="en-US"/>
        </a:p>
      </dgm:t>
    </dgm:pt>
    <dgm:pt modelId="{05CCAAB9-169A-4108-9811-7AEF24C66D6F}" type="sibTrans" cxnId="{0E0F5C38-3510-4B9B-8CA2-46EB737B1AC9}">
      <dgm:prSet/>
      <dgm:spPr/>
      <dgm:t>
        <a:bodyPr/>
        <a:lstStyle/>
        <a:p>
          <a:endParaRPr lang="en-US"/>
        </a:p>
      </dgm:t>
    </dgm:pt>
    <dgm:pt modelId="{DE2A6640-9D32-449F-9414-74F55182FEA7}">
      <dgm:prSet/>
      <dgm:spPr/>
      <dgm:t>
        <a:bodyPr/>
        <a:lstStyle/>
        <a:p>
          <a:pPr>
            <a:lnSpc>
              <a:spcPct val="100000"/>
            </a:lnSpc>
          </a:pPr>
          <a:r>
            <a:rPr lang="ru-RU" dirty="0"/>
            <a:t>Адаптация под мобильные приложения</a:t>
          </a:r>
          <a:endParaRPr lang="en-US" dirty="0"/>
        </a:p>
      </dgm:t>
    </dgm:pt>
    <dgm:pt modelId="{EA99E3AD-9686-4C7C-8FDB-2062112D0257}" type="sibTrans" cxnId="{63241A31-A378-4779-9027-2F2A2B1A5C56}">
      <dgm:prSet/>
      <dgm:spPr/>
      <dgm:t>
        <a:bodyPr/>
        <a:lstStyle/>
        <a:p>
          <a:endParaRPr lang="en-US"/>
        </a:p>
      </dgm:t>
    </dgm:pt>
    <dgm:pt modelId="{AA388FE1-C2D7-45FD-AC4B-63ED4B9A0861}" type="parTrans" cxnId="{63241A31-A378-4779-9027-2F2A2B1A5C56}">
      <dgm:prSet/>
      <dgm:spPr/>
      <dgm:t>
        <a:bodyPr/>
        <a:lstStyle/>
        <a:p>
          <a:endParaRPr lang="en-US"/>
        </a:p>
      </dgm:t>
    </dgm:pt>
    <dgm:pt modelId="{10F80DC4-ADD9-4997-AC8C-4DB20C440302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ru-RU" dirty="0"/>
            <a:t>Автоматизированный импорт и экспорт данных из внешних источников</a:t>
          </a:r>
        </a:p>
      </dgm:t>
    </dgm:pt>
    <dgm:pt modelId="{0937E4F6-F6E9-4D5D-8EFA-3A59ABB79A02}" type="parTrans" cxnId="{CBA1721A-346F-42E8-A067-03107A89B046}">
      <dgm:prSet/>
      <dgm:spPr/>
      <dgm:t>
        <a:bodyPr/>
        <a:lstStyle/>
        <a:p>
          <a:endParaRPr lang="ru-RU"/>
        </a:p>
      </dgm:t>
    </dgm:pt>
    <dgm:pt modelId="{B8ED73A2-96EB-4A49-892B-FC4C4151F664}" type="sibTrans" cxnId="{CBA1721A-346F-42E8-A067-03107A89B046}">
      <dgm:prSet/>
      <dgm:spPr/>
      <dgm:t>
        <a:bodyPr/>
        <a:lstStyle/>
        <a:p>
          <a:endParaRPr lang="ru-RU"/>
        </a:p>
      </dgm:t>
    </dgm:pt>
    <dgm:pt modelId="{90D976C3-44E0-45BF-8223-89C7B5C72103}" type="pres">
      <dgm:prSet presAssocID="{57762185-9064-4B97-B30B-FA4725AE370F}" presName="root" presStyleCnt="0">
        <dgm:presLayoutVars>
          <dgm:dir/>
          <dgm:resizeHandles val="exact"/>
        </dgm:presLayoutVars>
      </dgm:prSet>
      <dgm:spPr/>
    </dgm:pt>
    <dgm:pt modelId="{DC02097F-803D-4378-9D02-DB73347F68F9}" type="pres">
      <dgm:prSet presAssocID="{DE2A6640-9D32-449F-9414-74F55182FEA7}" presName="compNode" presStyleCnt="0"/>
      <dgm:spPr/>
    </dgm:pt>
    <dgm:pt modelId="{F02A4F69-3AD4-4DE5-B741-FB63D613639C}" type="pres">
      <dgm:prSet presAssocID="{DE2A6640-9D32-449F-9414-74F55182FEA7}" presName="iconRect" presStyleLbl="nod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Смартфон со сплошной заливкой"/>
        </a:ext>
      </dgm:extLst>
    </dgm:pt>
    <dgm:pt modelId="{EDEED661-D6C9-40F2-8340-2C434A0FD04A}" type="pres">
      <dgm:prSet presAssocID="{DE2A6640-9D32-449F-9414-74F55182FEA7}" presName="spaceRect" presStyleCnt="0"/>
      <dgm:spPr/>
    </dgm:pt>
    <dgm:pt modelId="{1425F425-FB00-4794-88CD-6FB297957930}" type="pres">
      <dgm:prSet presAssocID="{DE2A6640-9D32-449F-9414-74F55182FEA7}" presName="textRect" presStyleLbl="revTx" presStyleIdx="0" presStyleCnt="3">
        <dgm:presLayoutVars>
          <dgm:chMax val="1"/>
          <dgm:chPref val="1"/>
        </dgm:presLayoutVars>
      </dgm:prSet>
      <dgm:spPr/>
    </dgm:pt>
    <dgm:pt modelId="{953DEABF-3135-4C11-B206-1D050F0029FC}" type="pres">
      <dgm:prSet presAssocID="{EA99E3AD-9686-4C7C-8FDB-2062112D0257}" presName="sibTrans" presStyleCnt="0"/>
      <dgm:spPr/>
    </dgm:pt>
    <dgm:pt modelId="{2B4AD6FB-2F27-4BDA-99BA-0937EE180BD4}" type="pres">
      <dgm:prSet presAssocID="{10F80DC4-ADD9-4997-AC8C-4DB20C440302}" presName="compNode" presStyleCnt="0"/>
      <dgm:spPr/>
    </dgm:pt>
    <dgm:pt modelId="{A6F0138C-43AC-48A4-B909-D335B3A17F21}" type="pres">
      <dgm:prSet presAssocID="{10F80DC4-ADD9-4997-AC8C-4DB20C440302}" presName="iconRect" presStyleLbl="nod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Поиск в папке со сплошной заливкой"/>
        </a:ext>
      </dgm:extLst>
    </dgm:pt>
    <dgm:pt modelId="{BEB2E4DD-9BA2-49CB-911B-1BA0D42FD05D}" type="pres">
      <dgm:prSet presAssocID="{10F80DC4-ADD9-4997-AC8C-4DB20C440302}" presName="spaceRect" presStyleCnt="0"/>
      <dgm:spPr/>
    </dgm:pt>
    <dgm:pt modelId="{F8DAE72C-779F-4B4C-A861-B6C3B65E6808}" type="pres">
      <dgm:prSet presAssocID="{10F80DC4-ADD9-4997-AC8C-4DB20C440302}" presName="textRect" presStyleLbl="revTx" presStyleIdx="1" presStyleCnt="3">
        <dgm:presLayoutVars>
          <dgm:chMax val="1"/>
          <dgm:chPref val="1"/>
        </dgm:presLayoutVars>
      </dgm:prSet>
      <dgm:spPr/>
    </dgm:pt>
    <dgm:pt modelId="{1E885A98-1C16-43AE-BFA2-BB420EDAF9DA}" type="pres">
      <dgm:prSet presAssocID="{B8ED73A2-96EB-4A49-892B-FC4C4151F664}" presName="sibTrans" presStyleCnt="0"/>
      <dgm:spPr/>
    </dgm:pt>
    <dgm:pt modelId="{0CB9C052-7A3E-45D8-9E63-F30F513CB69C}" type="pres">
      <dgm:prSet presAssocID="{81999DF2-AC42-4421-805A-C0880E560160}" presName="compNode" presStyleCnt="0"/>
      <dgm:spPr/>
    </dgm:pt>
    <dgm:pt modelId="{D9E85CF1-6EB4-445C-9645-58E0AA248E69}" type="pres">
      <dgm:prSet presAssocID="{81999DF2-AC42-4421-805A-C0880E560160}" presName="iconRect" presStyleLbl="nod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Лупа со сплошной заливкой"/>
        </a:ext>
      </dgm:extLst>
    </dgm:pt>
    <dgm:pt modelId="{D2316017-42A0-46C9-86AE-114F6C360608}" type="pres">
      <dgm:prSet presAssocID="{81999DF2-AC42-4421-805A-C0880E560160}" presName="spaceRect" presStyleCnt="0"/>
      <dgm:spPr/>
    </dgm:pt>
    <dgm:pt modelId="{BBDE2A93-366A-4B08-A945-F78EDE1CDCEC}" type="pres">
      <dgm:prSet presAssocID="{81999DF2-AC42-4421-805A-C0880E56016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BA1721A-346F-42E8-A067-03107A89B046}" srcId="{57762185-9064-4B97-B30B-FA4725AE370F}" destId="{10F80DC4-ADD9-4997-AC8C-4DB20C440302}" srcOrd="1" destOrd="0" parTransId="{0937E4F6-F6E9-4D5D-8EFA-3A59ABB79A02}" sibTransId="{B8ED73A2-96EB-4A49-892B-FC4C4151F664}"/>
    <dgm:cxn modelId="{63241A31-A378-4779-9027-2F2A2B1A5C56}" srcId="{57762185-9064-4B97-B30B-FA4725AE370F}" destId="{DE2A6640-9D32-449F-9414-74F55182FEA7}" srcOrd="0" destOrd="0" parTransId="{AA388FE1-C2D7-45FD-AC4B-63ED4B9A0861}" sibTransId="{EA99E3AD-9686-4C7C-8FDB-2062112D0257}"/>
    <dgm:cxn modelId="{0E0F5C38-3510-4B9B-8CA2-46EB737B1AC9}" srcId="{57762185-9064-4B97-B30B-FA4725AE370F}" destId="{81999DF2-AC42-4421-805A-C0880E560160}" srcOrd="2" destOrd="0" parTransId="{5DF34D24-B0C3-4F9F-A9E3-9074D627E604}" sibTransId="{05CCAAB9-169A-4108-9811-7AEF24C66D6F}"/>
    <dgm:cxn modelId="{9D222B6E-FC31-4AA1-974F-4F679D485720}" type="presOf" srcId="{57762185-9064-4B97-B30B-FA4725AE370F}" destId="{90D976C3-44E0-45BF-8223-89C7B5C72103}" srcOrd="0" destOrd="0" presId="urn:microsoft.com/office/officeart/2018/2/layout/IconLabelList"/>
    <dgm:cxn modelId="{E8957B51-2DA3-460A-84A6-5D8760F9E40C}" type="presOf" srcId="{10F80DC4-ADD9-4997-AC8C-4DB20C440302}" destId="{F8DAE72C-779F-4B4C-A861-B6C3B65E6808}" srcOrd="0" destOrd="0" presId="urn:microsoft.com/office/officeart/2018/2/layout/IconLabelList"/>
    <dgm:cxn modelId="{74DF8C7D-869A-4B4B-A4FA-DF246BC5239A}" type="presOf" srcId="{DE2A6640-9D32-449F-9414-74F55182FEA7}" destId="{1425F425-FB00-4794-88CD-6FB297957930}" srcOrd="0" destOrd="0" presId="urn:microsoft.com/office/officeart/2018/2/layout/IconLabelList"/>
    <dgm:cxn modelId="{1C8CF8B4-6DE6-4441-BFA6-3FFCB4D7F112}" type="presOf" srcId="{81999DF2-AC42-4421-805A-C0880E560160}" destId="{BBDE2A93-366A-4B08-A945-F78EDE1CDCEC}" srcOrd="0" destOrd="0" presId="urn:microsoft.com/office/officeart/2018/2/layout/IconLabelList"/>
    <dgm:cxn modelId="{95B8CCCE-8E78-4DDD-8E33-3F29D80ECC58}" type="presParOf" srcId="{90D976C3-44E0-45BF-8223-89C7B5C72103}" destId="{DC02097F-803D-4378-9D02-DB73347F68F9}" srcOrd="0" destOrd="0" presId="urn:microsoft.com/office/officeart/2018/2/layout/IconLabelList"/>
    <dgm:cxn modelId="{44B04B62-BF94-4044-9A4B-1834CB744A0A}" type="presParOf" srcId="{DC02097F-803D-4378-9D02-DB73347F68F9}" destId="{F02A4F69-3AD4-4DE5-B741-FB63D613639C}" srcOrd="0" destOrd="0" presId="urn:microsoft.com/office/officeart/2018/2/layout/IconLabelList"/>
    <dgm:cxn modelId="{31DEABE9-3719-4339-89E0-A383A9658C92}" type="presParOf" srcId="{DC02097F-803D-4378-9D02-DB73347F68F9}" destId="{EDEED661-D6C9-40F2-8340-2C434A0FD04A}" srcOrd="1" destOrd="0" presId="urn:microsoft.com/office/officeart/2018/2/layout/IconLabelList"/>
    <dgm:cxn modelId="{08198CA4-15A8-4C1B-A796-A9C5A3547B1D}" type="presParOf" srcId="{DC02097F-803D-4378-9D02-DB73347F68F9}" destId="{1425F425-FB00-4794-88CD-6FB297957930}" srcOrd="2" destOrd="0" presId="urn:microsoft.com/office/officeart/2018/2/layout/IconLabelList"/>
    <dgm:cxn modelId="{9A34DCF1-F466-46A2-B209-257DB42EC259}" type="presParOf" srcId="{90D976C3-44E0-45BF-8223-89C7B5C72103}" destId="{953DEABF-3135-4C11-B206-1D050F0029FC}" srcOrd="1" destOrd="0" presId="urn:microsoft.com/office/officeart/2018/2/layout/IconLabelList"/>
    <dgm:cxn modelId="{D6178074-F746-4822-A3AA-0C4C32395FBE}" type="presParOf" srcId="{90D976C3-44E0-45BF-8223-89C7B5C72103}" destId="{2B4AD6FB-2F27-4BDA-99BA-0937EE180BD4}" srcOrd="2" destOrd="0" presId="urn:microsoft.com/office/officeart/2018/2/layout/IconLabelList"/>
    <dgm:cxn modelId="{D4FAFC47-30CC-424C-9A14-EB732E25C1CB}" type="presParOf" srcId="{2B4AD6FB-2F27-4BDA-99BA-0937EE180BD4}" destId="{A6F0138C-43AC-48A4-B909-D335B3A17F21}" srcOrd="0" destOrd="0" presId="urn:microsoft.com/office/officeart/2018/2/layout/IconLabelList"/>
    <dgm:cxn modelId="{C5EE2B40-0AC1-4676-BDD7-854CCF35F852}" type="presParOf" srcId="{2B4AD6FB-2F27-4BDA-99BA-0937EE180BD4}" destId="{BEB2E4DD-9BA2-49CB-911B-1BA0D42FD05D}" srcOrd="1" destOrd="0" presId="urn:microsoft.com/office/officeart/2018/2/layout/IconLabelList"/>
    <dgm:cxn modelId="{A6C2F75F-8D27-4E3B-BCBC-9C85C1B9B07D}" type="presParOf" srcId="{2B4AD6FB-2F27-4BDA-99BA-0937EE180BD4}" destId="{F8DAE72C-779F-4B4C-A861-B6C3B65E6808}" srcOrd="2" destOrd="0" presId="urn:microsoft.com/office/officeart/2018/2/layout/IconLabelList"/>
    <dgm:cxn modelId="{6EBC1118-DEBC-426E-8796-62F17D3E71AA}" type="presParOf" srcId="{90D976C3-44E0-45BF-8223-89C7B5C72103}" destId="{1E885A98-1C16-43AE-BFA2-BB420EDAF9DA}" srcOrd="3" destOrd="0" presId="urn:microsoft.com/office/officeart/2018/2/layout/IconLabelList"/>
    <dgm:cxn modelId="{23357632-3F0F-4E7C-828F-D4523B70FF1B}" type="presParOf" srcId="{90D976C3-44E0-45BF-8223-89C7B5C72103}" destId="{0CB9C052-7A3E-45D8-9E63-F30F513CB69C}" srcOrd="4" destOrd="0" presId="urn:microsoft.com/office/officeart/2018/2/layout/IconLabelList"/>
    <dgm:cxn modelId="{C8BA92DA-DDA1-4F31-AB4A-B84EC7043236}" type="presParOf" srcId="{0CB9C052-7A3E-45D8-9E63-F30F513CB69C}" destId="{D9E85CF1-6EB4-445C-9645-58E0AA248E69}" srcOrd="0" destOrd="0" presId="urn:microsoft.com/office/officeart/2018/2/layout/IconLabelList"/>
    <dgm:cxn modelId="{0ACAE2C6-854F-4612-BD14-84363771FEDC}" type="presParOf" srcId="{0CB9C052-7A3E-45D8-9E63-F30F513CB69C}" destId="{D2316017-42A0-46C9-86AE-114F6C360608}" srcOrd="1" destOrd="0" presId="urn:microsoft.com/office/officeart/2018/2/layout/IconLabelList"/>
    <dgm:cxn modelId="{33046097-FD6B-439F-AD95-C2B480E0D3FB}" type="presParOf" srcId="{0CB9C052-7A3E-45D8-9E63-F30F513CB69C}" destId="{BBDE2A93-366A-4B08-A945-F78EDE1CDCE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A67EAB-6BF9-4AB3-931F-B578B91A9A88}">
      <dsp:nvSpPr>
        <dsp:cNvPr id="0" name=""/>
        <dsp:cNvSpPr/>
      </dsp:nvSpPr>
      <dsp:spPr>
        <a:xfrm>
          <a:off x="0" y="1947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Реализован веб-интерфейс для работы с каталогом книг</a:t>
          </a:r>
          <a:endParaRPr lang="en-US" sz="2500" kern="1200" dirty="0"/>
        </a:p>
      </dsp:txBody>
      <dsp:txXfrm>
        <a:off x="48547" y="243253"/>
        <a:ext cx="6700581" cy="897406"/>
      </dsp:txXfrm>
    </dsp:sp>
    <dsp:sp modelId="{671D2CEC-769A-406D-9CC5-BE3EB361549D}">
      <dsp:nvSpPr>
        <dsp:cNvPr id="0" name=""/>
        <dsp:cNvSpPr/>
      </dsp:nvSpPr>
      <dsp:spPr>
        <a:xfrm>
          <a:off x="0" y="12612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704463"/>
                <a:satOff val="-5041"/>
                <a:lumOff val="-294"/>
                <a:alphaOff val="0"/>
                <a:shade val="85000"/>
                <a:satMod val="130000"/>
              </a:schemeClr>
            </a:gs>
            <a:gs pos="34000">
              <a:schemeClr val="accent2">
                <a:hueOff val="704463"/>
                <a:satOff val="-5041"/>
                <a:lumOff val="-294"/>
                <a:alphaOff val="0"/>
                <a:shade val="87000"/>
                <a:satMod val="125000"/>
              </a:schemeClr>
            </a:gs>
            <a:gs pos="70000">
              <a:schemeClr val="accent2">
                <a:hueOff val="704463"/>
                <a:satOff val="-5041"/>
                <a:lumOff val="-294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704463"/>
                <a:satOff val="-5041"/>
                <a:lumOff val="-294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Times New Roman" panose="02020603050405020304" pitchFamily="18" charset="0"/>
            <a:buNone/>
          </a:pPr>
          <a:r>
            <a:rPr lang="ru-RU" sz="2500" kern="1200" dirty="0"/>
            <a:t>Разработана серверная часть с поддержкой поиска, фильтрации и просмотра информации</a:t>
          </a:r>
        </a:p>
      </dsp:txBody>
      <dsp:txXfrm>
        <a:off x="48547" y="1309753"/>
        <a:ext cx="6700581" cy="897406"/>
      </dsp:txXfrm>
    </dsp:sp>
    <dsp:sp modelId="{7C9BA326-A58E-4C88-98DC-5EFDA8F220E5}">
      <dsp:nvSpPr>
        <dsp:cNvPr id="0" name=""/>
        <dsp:cNvSpPr/>
      </dsp:nvSpPr>
      <dsp:spPr>
        <a:xfrm>
          <a:off x="0" y="23277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1408927"/>
                <a:satOff val="-10081"/>
                <a:lumOff val="-589"/>
                <a:alphaOff val="0"/>
                <a:shade val="85000"/>
                <a:satMod val="130000"/>
              </a:schemeClr>
            </a:gs>
            <a:gs pos="34000">
              <a:schemeClr val="accent2">
                <a:hueOff val="1408927"/>
                <a:satOff val="-10081"/>
                <a:lumOff val="-589"/>
                <a:alphaOff val="0"/>
                <a:shade val="87000"/>
                <a:satMod val="125000"/>
              </a:schemeClr>
            </a:gs>
            <a:gs pos="70000">
              <a:schemeClr val="accent2">
                <a:hueOff val="1408927"/>
                <a:satOff val="-10081"/>
                <a:lumOff val="-58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408927"/>
                <a:satOff val="-10081"/>
                <a:lumOff val="-58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Times New Roman" panose="02020603050405020304" pitchFamily="18" charset="0"/>
            <a:buNone/>
          </a:pPr>
          <a:r>
            <a:rPr lang="ru-RU" sz="2500" kern="1200" dirty="0"/>
            <a:t>Создан личный профиль пользователя и система списка желаний</a:t>
          </a:r>
        </a:p>
      </dsp:txBody>
      <dsp:txXfrm>
        <a:off x="48547" y="2376253"/>
        <a:ext cx="6700581" cy="897406"/>
      </dsp:txXfrm>
    </dsp:sp>
    <dsp:sp modelId="{CC3AD6E5-266F-4F36-B4D9-2C2116D13BF3}">
      <dsp:nvSpPr>
        <dsp:cNvPr id="0" name=""/>
        <dsp:cNvSpPr/>
      </dsp:nvSpPr>
      <dsp:spPr>
        <a:xfrm>
          <a:off x="0" y="33942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2113390"/>
                <a:satOff val="-15122"/>
                <a:lumOff val="-883"/>
                <a:alphaOff val="0"/>
                <a:shade val="85000"/>
                <a:satMod val="130000"/>
              </a:schemeClr>
            </a:gs>
            <a:gs pos="34000">
              <a:schemeClr val="accent2">
                <a:hueOff val="2113390"/>
                <a:satOff val="-15122"/>
                <a:lumOff val="-883"/>
                <a:alphaOff val="0"/>
                <a:shade val="87000"/>
                <a:satMod val="125000"/>
              </a:schemeClr>
            </a:gs>
            <a:gs pos="70000">
              <a:schemeClr val="accent2">
                <a:hueOff val="2113390"/>
                <a:satOff val="-15122"/>
                <a:lumOff val="-883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2113390"/>
                <a:satOff val="-15122"/>
                <a:lumOff val="-883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Times New Roman" panose="02020603050405020304" pitchFamily="18" charset="0"/>
            <a:buNone/>
          </a:pPr>
          <a:r>
            <a:rPr lang="ru-RU" sz="2500" kern="1200" dirty="0"/>
            <a:t>Реализован модуль автоматической рассылки уведомлений о выходе новых книг</a:t>
          </a:r>
        </a:p>
      </dsp:txBody>
      <dsp:txXfrm>
        <a:off x="48547" y="3442753"/>
        <a:ext cx="6700581" cy="897406"/>
      </dsp:txXfrm>
    </dsp:sp>
    <dsp:sp modelId="{3368F799-8CE1-49E2-9B2D-A781D8258D7E}">
      <dsp:nvSpPr>
        <dsp:cNvPr id="0" name=""/>
        <dsp:cNvSpPr/>
      </dsp:nvSpPr>
      <dsp:spPr>
        <a:xfrm>
          <a:off x="0" y="4460706"/>
          <a:ext cx="6797675" cy="994500"/>
        </a:xfrm>
        <a:prstGeom prst="roundRect">
          <a:avLst/>
        </a:prstGeom>
        <a:gradFill rotWithShape="0">
          <a:gsLst>
            <a:gs pos="0">
              <a:schemeClr val="accent2">
                <a:hueOff val="2817853"/>
                <a:satOff val="-20162"/>
                <a:lumOff val="-1177"/>
                <a:alphaOff val="0"/>
                <a:shade val="85000"/>
                <a:satMod val="130000"/>
              </a:schemeClr>
            </a:gs>
            <a:gs pos="34000">
              <a:schemeClr val="accent2">
                <a:hueOff val="2817853"/>
                <a:satOff val="-20162"/>
                <a:lumOff val="-1177"/>
                <a:alphaOff val="0"/>
                <a:shade val="87000"/>
                <a:satMod val="125000"/>
              </a:schemeClr>
            </a:gs>
            <a:gs pos="70000">
              <a:schemeClr val="accent2">
                <a:hueOff val="2817853"/>
                <a:satOff val="-20162"/>
                <a:lumOff val="-1177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2817853"/>
                <a:satOff val="-20162"/>
                <a:lumOff val="-1177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Создан административный интерфейс для управления каталогом</a:t>
          </a:r>
        </a:p>
      </dsp:txBody>
      <dsp:txXfrm>
        <a:off x="48547" y="4509253"/>
        <a:ext cx="6700581" cy="897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C1460-5388-48CF-856A-91156AB9605C}">
      <dsp:nvSpPr>
        <dsp:cNvPr id="0" name=""/>
        <dsp:cNvSpPr/>
      </dsp:nvSpPr>
      <dsp:spPr>
        <a:xfrm>
          <a:off x="0" y="2957"/>
          <a:ext cx="10058399" cy="630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D8E0A-9544-4A8A-B1D0-BDCD7590EF96}">
      <dsp:nvSpPr>
        <dsp:cNvPr id="0" name=""/>
        <dsp:cNvSpPr/>
      </dsp:nvSpPr>
      <dsp:spPr>
        <a:xfrm>
          <a:off x="190583" y="144714"/>
          <a:ext cx="346515" cy="3465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52327-E160-4485-980E-C0F2BC59E7FD}">
      <dsp:nvSpPr>
        <dsp:cNvPr id="0" name=""/>
        <dsp:cNvSpPr/>
      </dsp:nvSpPr>
      <dsp:spPr>
        <a:xfrm>
          <a:off x="727681" y="2957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Удобный и интуитивно понятный пользовательский интерфейс</a:t>
          </a:r>
          <a:endParaRPr lang="en-US" sz="1900" kern="1200" dirty="0"/>
        </a:p>
      </dsp:txBody>
      <dsp:txXfrm>
        <a:off x="727681" y="2957"/>
        <a:ext cx="9330718" cy="630027"/>
      </dsp:txXfrm>
    </dsp:sp>
    <dsp:sp modelId="{0D1A7905-0D2A-4229-9396-1281073D5F84}">
      <dsp:nvSpPr>
        <dsp:cNvPr id="0" name=""/>
        <dsp:cNvSpPr/>
      </dsp:nvSpPr>
      <dsp:spPr>
        <a:xfrm>
          <a:off x="0" y="790492"/>
          <a:ext cx="10058399" cy="6300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EE3AD-743A-44F5-BDEC-CC5C9C046174}">
      <dsp:nvSpPr>
        <dsp:cNvPr id="0" name=""/>
        <dsp:cNvSpPr/>
      </dsp:nvSpPr>
      <dsp:spPr>
        <a:xfrm>
          <a:off x="190583" y="932248"/>
          <a:ext cx="346515" cy="3465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A0090-2B72-4AA4-8FE6-CE23B0D6BD04}">
      <dsp:nvSpPr>
        <dsp:cNvPr id="0" name=""/>
        <dsp:cNvSpPr/>
      </dsp:nvSpPr>
      <dsp:spPr>
        <a:xfrm>
          <a:off x="727681" y="790492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Возможность расширения функциональности без изменения основной архитектуры</a:t>
          </a:r>
        </a:p>
      </dsp:txBody>
      <dsp:txXfrm>
        <a:off x="727681" y="790492"/>
        <a:ext cx="9330718" cy="630027"/>
      </dsp:txXfrm>
    </dsp:sp>
    <dsp:sp modelId="{36884D68-9EE8-4786-AE05-23AA3B578D9F}">
      <dsp:nvSpPr>
        <dsp:cNvPr id="0" name=""/>
        <dsp:cNvSpPr/>
      </dsp:nvSpPr>
      <dsp:spPr>
        <a:xfrm>
          <a:off x="0" y="1578026"/>
          <a:ext cx="10058399" cy="6300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D603E5-0F3A-4B1D-B249-BD2A8A010B0C}">
      <dsp:nvSpPr>
        <dsp:cNvPr id="0" name=""/>
        <dsp:cNvSpPr/>
      </dsp:nvSpPr>
      <dsp:spPr>
        <a:xfrm>
          <a:off x="190583" y="1719782"/>
          <a:ext cx="346515" cy="3465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30F59-72B7-4411-AF2F-11FFCD4A558F}">
      <dsp:nvSpPr>
        <dsp:cNvPr id="0" name=""/>
        <dsp:cNvSpPr/>
      </dsp:nvSpPr>
      <dsp:spPr>
        <a:xfrm>
          <a:off x="727681" y="1578026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Автоматическая рассылка уведомлений пользователям</a:t>
          </a:r>
        </a:p>
      </dsp:txBody>
      <dsp:txXfrm>
        <a:off x="727681" y="1578026"/>
        <a:ext cx="9330718" cy="630027"/>
      </dsp:txXfrm>
    </dsp:sp>
    <dsp:sp modelId="{367DA770-0EBB-4848-A3A6-B3B8E7E02E65}">
      <dsp:nvSpPr>
        <dsp:cNvPr id="0" name=""/>
        <dsp:cNvSpPr/>
      </dsp:nvSpPr>
      <dsp:spPr>
        <a:xfrm>
          <a:off x="0" y="2365560"/>
          <a:ext cx="10058399" cy="6300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AD633-AB49-4C4F-B001-55E51F62E157}">
      <dsp:nvSpPr>
        <dsp:cNvPr id="0" name=""/>
        <dsp:cNvSpPr/>
      </dsp:nvSpPr>
      <dsp:spPr>
        <a:xfrm>
          <a:off x="190583" y="2507316"/>
          <a:ext cx="346515" cy="3465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71AC6-BCD8-4F80-9CA7-AB33E67BEE0D}">
      <dsp:nvSpPr>
        <dsp:cNvPr id="0" name=""/>
        <dsp:cNvSpPr/>
      </dsp:nvSpPr>
      <dsp:spPr>
        <a:xfrm>
          <a:off x="727681" y="2365560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Гибкость и структурированность базы данных</a:t>
          </a:r>
        </a:p>
      </dsp:txBody>
      <dsp:txXfrm>
        <a:off x="727681" y="2365560"/>
        <a:ext cx="9330718" cy="630027"/>
      </dsp:txXfrm>
    </dsp:sp>
    <dsp:sp modelId="{6E57D152-B6C2-4ED9-A612-CB2FD43CCE3B}">
      <dsp:nvSpPr>
        <dsp:cNvPr id="0" name=""/>
        <dsp:cNvSpPr/>
      </dsp:nvSpPr>
      <dsp:spPr>
        <a:xfrm>
          <a:off x="0" y="3153094"/>
          <a:ext cx="10058399" cy="63002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80E08-EA6C-4377-B5C8-D75F5C95D0EA}">
      <dsp:nvSpPr>
        <dsp:cNvPr id="0" name=""/>
        <dsp:cNvSpPr/>
      </dsp:nvSpPr>
      <dsp:spPr>
        <a:xfrm>
          <a:off x="190583" y="3294850"/>
          <a:ext cx="346515" cy="34651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844BF-1388-4B96-A95B-F2C01F4E39C1}">
      <dsp:nvSpPr>
        <dsp:cNvPr id="0" name=""/>
        <dsp:cNvSpPr/>
      </dsp:nvSpPr>
      <dsp:spPr>
        <a:xfrm>
          <a:off x="727681" y="3153094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900" kern="1200" dirty="0"/>
            <a:t>Кроссплатформенная работа серверной части</a:t>
          </a:r>
        </a:p>
      </dsp:txBody>
      <dsp:txXfrm>
        <a:off x="727681" y="3153094"/>
        <a:ext cx="9330718" cy="6300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2A4F69-3AD4-4DE5-B741-FB63D613639C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5F425-FB00-4794-88CD-6FB297957930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Адаптация под мобильные приложения</a:t>
          </a:r>
          <a:endParaRPr lang="en-US" sz="1500" kern="1200" dirty="0"/>
        </a:p>
      </dsp:txBody>
      <dsp:txXfrm>
        <a:off x="285097" y="2346338"/>
        <a:ext cx="2832300" cy="720000"/>
      </dsp:txXfrm>
    </dsp:sp>
    <dsp:sp modelId="{A6F0138C-43AC-48A4-B909-D335B3A17F21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AE72C-779F-4B4C-A861-B6C3B65E6808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Автоматизированный импорт и экспорт данных из внешних источников</a:t>
          </a:r>
        </a:p>
      </dsp:txBody>
      <dsp:txXfrm>
        <a:off x="3613050" y="2346338"/>
        <a:ext cx="2832300" cy="720000"/>
      </dsp:txXfrm>
    </dsp:sp>
    <dsp:sp modelId="{D9E85CF1-6EB4-445C-9645-58E0AA248E69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E2A93-366A-4B08-A945-F78EDE1CDCEC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 dirty="0"/>
            <a:t>Интеллектуальный поиск и рекомендации на основе пользовательской активности</a:t>
          </a:r>
          <a:endParaRPr lang="en-US" sz="1500" kern="1200" dirty="0"/>
        </a:p>
      </dsp:txBody>
      <dsp:txXfrm>
        <a:off x="6941002" y="2346338"/>
        <a:ext cx="28323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DED4A-08C1-4F56-8A34-F2255108879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9C5B8-FDC0-42C9-A4F9-7DA641A74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3094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D37E9-D18D-4C4F-A1F0-1E10840B596B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964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C0EF2-34F1-4EC4-83EF-DB27AABF399C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494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CB88A-53AC-4D7E-8AFF-27F101D8F7B3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58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3413A-23BC-4271-8050-2398EE51A947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93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FB08B-91E4-4132-9199-137C10B3B024}" type="datetime1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876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12F63-56B3-4A1B-A43C-E5613B904168}" type="datetime1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147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5A88-5231-4E84-B772-9EEB2D3F3DE6}" type="datetime1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21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33F83DE-605C-4B4F-851F-EAF36A7F10CC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34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BF7452-8BE9-41EA-B2B8-89E22BC7C333}" type="datetime1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54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5D63-9E30-4066-BCF6-3998E5B5C1FF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950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88432-09A5-410D-A84B-EE322C764C98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951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6CAC2A-C85A-4E9A-998E-B58F5FBB13B1}" type="datetime1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12154A6-695B-45C1-97FF-21A55C307959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2574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B9855DB3-FE74-4372-A65E-059775BA7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251" y="2075823"/>
            <a:ext cx="11145498" cy="1904271"/>
          </a:xfrm>
        </p:spPr>
        <p:txBody>
          <a:bodyPr>
            <a:noAutofit/>
          </a:bodyPr>
          <a:lstStyle/>
          <a:p>
            <a:pPr algn="ctr"/>
            <a:r>
              <a:rPr lang="ru-RU" sz="3000" b="1" dirty="0">
                <a:latin typeface="Helvetica" pitchFamily="34" charset="0"/>
                <a:ea typeface="Gungsuh" panose="02030600000101010101" pitchFamily="18" charset="-127"/>
                <a:cs typeface="Helvetica" pitchFamily="34" charset="0"/>
              </a:rPr>
              <a:t>ПРАКТИЧЕСКАЯ РАБОТА</a:t>
            </a:r>
            <a:br>
              <a:rPr lang="en-US" sz="3000" b="1" dirty="0">
                <a:latin typeface="Helvetica" pitchFamily="34" charset="0"/>
                <a:ea typeface="Gungsuh" panose="02030600000101010101" pitchFamily="18" charset="-127"/>
                <a:cs typeface="Helvetica" pitchFamily="34" charset="0"/>
              </a:rPr>
            </a:br>
            <a:r>
              <a:rPr lang="ru-RU" sz="3000" b="1" dirty="0">
                <a:latin typeface="Helvetica" pitchFamily="34" charset="0"/>
                <a:ea typeface="Gungsuh" panose="02030600000101010101" pitchFamily="18" charset="-127"/>
                <a:cs typeface="Helvetica" pitchFamily="34" charset="0"/>
              </a:rPr>
              <a:t>Разработка программного контейнера защиты приложения от угрозы использования скомпрометированного доверенного источника обновлений</a:t>
            </a:r>
            <a:endParaRPr lang="ru-RU" sz="3000" b="1" dirty="0">
              <a:solidFill>
                <a:schemeClr val="tx1"/>
              </a:solidFill>
              <a:latin typeface="Helvetica" pitchFamily="34" charset="0"/>
              <a:ea typeface="Gungsuh" panose="02030600000101010101" pitchFamily="18" charset="-127"/>
              <a:cs typeface="Helvetica" pitchFamily="34" charset="0"/>
            </a:endParaRPr>
          </a:p>
        </p:txBody>
      </p:sp>
      <p:sp>
        <p:nvSpPr>
          <p:cNvPr id="13" name="Подзаголовок 3">
            <a:extLst>
              <a:ext uri="{FF2B5EF4-FFF2-40B4-BE49-F238E27FC236}">
                <a16:creationId xmlns:a16="http://schemas.microsoft.com/office/drawing/2014/main" id="{DBA30209-B03D-4926-9971-C0F90B608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388" y="5005613"/>
            <a:ext cx="5492280" cy="1008113"/>
          </a:xfrm>
        </p:spPr>
        <p:txBody>
          <a:bodyPr>
            <a:normAutofit/>
          </a:bodyPr>
          <a:lstStyle/>
          <a:p>
            <a:pPr algn="r"/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Выполнил: Маслов А.Н.</a:t>
            </a:r>
            <a:b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</a:br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Группа ИД23-1</a:t>
            </a:r>
            <a:b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</a:br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Проверил</a:t>
            </a:r>
            <a:r>
              <a:rPr lang="ru-RU" sz="1800" cap="none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: Корнеев </a:t>
            </a:r>
            <a:r>
              <a:rPr lang="ru-RU" sz="1800" cap="none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Н.В</a:t>
            </a:r>
            <a:r>
              <a:rPr lang="ru-RU" sz="1800" dirty="0">
                <a:solidFill>
                  <a:schemeClr val="tx1"/>
                </a:solidFill>
                <a:latin typeface="Helvetica" pitchFamily="34" charset="0"/>
                <a:cs typeface="Helvetica" pitchFamily="34" charset="0"/>
              </a:rPr>
              <a:t>.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3637A1B5-EC37-4D6A-986E-EA7F6FF17091}"/>
              </a:ext>
            </a:extLst>
          </p:cNvPr>
          <p:cNvSpPr txBox="1">
            <a:spLocks/>
          </p:cNvSpPr>
          <p:nvPr/>
        </p:nvSpPr>
        <p:spPr>
          <a:xfrm>
            <a:off x="1" y="313731"/>
            <a:ext cx="11554690" cy="104518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Федеральное государственное образовательное бюджетное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учреждение высшего образования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«Финансовый университет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при Правительстве Российской Федерации»</a:t>
            </a:r>
          </a:p>
          <a:p>
            <a:pPr algn="ctr"/>
            <a:r>
              <a:rPr lang="ru-RU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(Финансовый университет)</a:t>
            </a:r>
          </a:p>
        </p:txBody>
      </p:sp>
      <p:sp>
        <p:nvSpPr>
          <p:cNvPr id="15" name="Подзаголовок 3">
            <a:extLst>
              <a:ext uri="{FF2B5EF4-FFF2-40B4-BE49-F238E27FC236}">
                <a16:creationId xmlns:a16="http://schemas.microsoft.com/office/drawing/2014/main" id="{43434B29-5E19-4AA4-AB34-54838E05F8B2}"/>
              </a:ext>
            </a:extLst>
          </p:cNvPr>
          <p:cNvSpPr txBox="1">
            <a:spLocks/>
          </p:cNvSpPr>
          <p:nvPr/>
        </p:nvSpPr>
        <p:spPr>
          <a:xfrm>
            <a:off x="1072670" y="6013726"/>
            <a:ext cx="10316816" cy="440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126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2199" kern="1200" spc="10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1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21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ctr" defTabSz="914126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None/>
              <a:defRPr sz="1999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Москва </a:t>
            </a:r>
            <a:r>
              <a:rPr lang="en-US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20</a:t>
            </a:r>
            <a:r>
              <a:rPr lang="ru-RU" sz="18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26 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A003531-51BF-4404-B3AB-FEEE09BBFFE4}"/>
              </a:ext>
            </a:extLst>
          </p:cNvPr>
          <p:cNvSpPr/>
          <p:nvPr/>
        </p:nvSpPr>
        <p:spPr>
          <a:xfrm>
            <a:off x="2831975" y="1542884"/>
            <a:ext cx="60928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/>
              <a:t>Кафедра информационных технологий</a:t>
            </a:r>
            <a:endParaRPr lang="ru-RU" sz="1600" dirty="0">
              <a:latin typeface="Helvetica" pitchFamily="2" charset="0"/>
              <a:ea typeface="Times New Roman" panose="020206030504050203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71BF190-D41F-43AC-A7DF-852237B244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1" y="231658"/>
            <a:ext cx="2267266" cy="89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55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6A8B0-7077-4502-AB3C-7B126AE9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AF7B1-07FF-40D5-9125-92909701D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Актуальность разработки подобной системы обусловлена необходимостью сокращения временных затрат пользователей на поиск информации, улучшения сервиса и повышения конкурентоспособности издательских домов на рынке.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407072-5A2A-3E65-6379-D3825954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2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1856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4FB81-1037-413C-B589-0FFC35D73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Helvetica" panose="020B0604020202020204" pitchFamily="34" charset="0"/>
              </a:rPr>
              <a:t>Цель курсового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BBEE8D-F02F-4539-BE5F-1C52615D0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01152"/>
            <a:ext cx="10058400" cy="40233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600" dirty="0"/>
              <a:t>Решение проблемы эффективного доступа к актуальной информации о текущих и будущих книгах издательского дома путем разработки веб-ориентированной информационно-справочной системы издательского дома, обеспечивающей структурированное хранение данных, удобный доступ к каталогу книг, средства поиска и фильтрации информации, а также автоматизацию взаимодействия с пользователями за счёт системы уведомлений и персонализированных функций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63FF3-CB97-0DBF-BABC-7845E154D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3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339052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DD8DB-3370-485A-973C-F645FC3F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курсового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ED7E2D-7264-40FF-AF71-E3AA9760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Спроектировать архитектуру и структуру базы данных;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Реализовать клиентскую, серверную и системную логику;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Обеспечить безопасность и обработку ошибок;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Настроить автоматическое оповещение пользователей;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3000" dirty="0"/>
              <a:t>Провести тестирование и отладку системы;</a:t>
            </a:r>
          </a:p>
          <a:p>
            <a:pPr marL="457200" indent="-457200">
              <a:buFont typeface="+mj-lt"/>
              <a:buAutoNum type="arabicPeriod"/>
            </a:pPr>
            <a:endParaRPr lang="ru-RU" sz="2800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CA6FC9-25C1-9CAB-7661-3D3D6FEF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4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509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C4F45-58EA-4221-8CF3-D7752F9ED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cs typeface="Helvetica" pitchFamily="34" charset="0"/>
              </a:rPr>
              <a:t>Предмет и объект исследования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22020C-194B-47BC-8E7F-9A8BC6A64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/>
              <a:t>Объектом исследования является информационное обеспечение деятельности издательского дома, связанные с хранением, обновлением и предоставлением данных о книжной продукции.</a:t>
            </a:r>
          </a:p>
          <a:p>
            <a:r>
              <a:rPr lang="ru-RU" sz="3200" dirty="0"/>
              <a:t>Предметом исследования является предназначенная для управления каталогом издательства и взаимодействия пользователей с информационными ресурсами.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C18875-9CB0-D1CA-129F-F62B6BFC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5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43469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BE48C64-5364-4060-8928-FC052E77C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39F791B-8515-4F50-9D32-45DD7676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6A6F95-73C3-44EC-9D80-3131D2D86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DC0CDD34-455E-4188-B6E6-C57A40E43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EFE85-0A98-42D9-9DE2-C67D24A5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100">
                <a:solidFill>
                  <a:schemeClr val="tx1">
                    <a:lumMod val="85000"/>
                    <a:lumOff val="15000"/>
                  </a:schemeClr>
                </a:solidFill>
              </a:rPr>
              <a:t>ER-диаграмма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4F568DD-3342-B361-057B-655389843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074" y="640081"/>
            <a:ext cx="5946066" cy="5054156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81C2058-47F2-4937-AFC4-04B58EC1A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4B0E089E-E773-40BF-B966-E1B54156C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6A56A1B-DB74-41DA-B78B-0C762EE7B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CBEE701-A66E-B72A-D531-3ED76556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6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24203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7">
            <a:extLst>
              <a:ext uri="{FF2B5EF4-FFF2-40B4-BE49-F238E27FC236}">
                <a16:creationId xmlns:a16="http://schemas.microsoft.com/office/drawing/2014/main" id="{CB4090AE-2658-40B8-AA5A-4F7ABC2D3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29">
            <a:extLst>
              <a:ext uri="{FF2B5EF4-FFF2-40B4-BE49-F238E27FC236}">
                <a16:creationId xmlns:a16="http://schemas.microsoft.com/office/drawing/2014/main" id="{E07DB9D2-3F69-45D8-8D78-46B02C20B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0B762-9105-4DED-9222-53C449CD8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22" y="2377062"/>
            <a:ext cx="3362858" cy="2103875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ru-RU" dirty="0"/>
              <a:t>Концепция </a:t>
            </a:r>
            <a:r>
              <a:rPr lang="en-US" dirty="0"/>
              <a:t>MVC </a:t>
            </a:r>
            <a:r>
              <a:rPr lang="ru-RU" dirty="0"/>
              <a:t>+ конфигурация </a:t>
            </a:r>
            <a:r>
              <a:rPr lang="en-US" dirty="0"/>
              <a:t>Spring</a:t>
            </a:r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39" name="Rectangle 31">
            <a:extLst>
              <a:ext uri="{FF2B5EF4-FFF2-40B4-BE49-F238E27FC236}">
                <a16:creationId xmlns:a16="http://schemas.microsoft.com/office/drawing/2014/main" id="{B94B65B7-81C5-4EDF-A98F-E692B46BB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C72D8A-0AAF-723D-B8C8-BAAB7BCF9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157" y="560069"/>
            <a:ext cx="4678680" cy="57378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E0F898-56CC-CA88-B0D1-6C595534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7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96754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5032029-5EB7-4279-900B-90D4E5952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pic>
        <p:nvPicPr>
          <p:cNvPr id="2" name="Рисунок 1" descr="Изображение выглядит как текст, программное обеспечение, Мультимедийное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DDDC3A-C2CA-9CB2-3B8E-B2C8B66BF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730" y="2067335"/>
            <a:ext cx="7628539" cy="4070838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B0815F5-F336-F3A7-34AB-521FAA27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8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57546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59C52-279E-4747-BBA8-1CE04C00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pic>
        <p:nvPicPr>
          <p:cNvPr id="3" name="Рисунок 2" descr="Изображение выглядит как текст, программное обеспечение, Значок на компьютер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F1D513-4B8B-E142-F759-55AAB0759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30" y="1862489"/>
            <a:ext cx="8079740" cy="440632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0AC2CA-A011-2788-FCC3-F39837BE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9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41530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7BD7F-50E0-276A-C3E0-F02C49C0C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F3491-8F17-CBB8-62F6-51186F6A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pic>
        <p:nvPicPr>
          <p:cNvPr id="4" name="Рисунок 3" descr="Изображение выглядит как текст, снимок экрана, Прямоугольник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A1A0ED-4894-F26F-5455-67ED364DB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629" y="1885416"/>
            <a:ext cx="8156742" cy="43714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132DE2C-8E35-EE4D-3C83-5000E8D56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10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2432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4E2A-71CF-9EF8-F353-FDCC74F8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C9CFB-E840-6AC0-7D0E-9CDCC96E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A711FA-B1D6-7BD6-0533-9C7F203E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11</a:t>
            </a:fld>
            <a:endParaRPr lang="ru-RU" sz="3200" dirty="0"/>
          </a:p>
        </p:txBody>
      </p:sp>
      <p:pic>
        <p:nvPicPr>
          <p:cNvPr id="6" name="Рисунок 5" descr="Изображение выглядит как текст, снимок экрана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553FF1-0361-8A25-C250-8A7E8D11D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287" y="1873077"/>
            <a:ext cx="7826171" cy="425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5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1C41A-DA1A-55D4-91FB-DF6DEE74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368A1-0F12-403D-C841-F5490BAFC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веб-приложения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E0B771-840C-0325-F878-5A873FB19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12</a:t>
            </a:fld>
            <a:endParaRPr lang="ru-RU" sz="3200" dirty="0"/>
          </a:p>
        </p:txBody>
      </p:sp>
      <p:pic>
        <p:nvPicPr>
          <p:cNvPr id="6" name="Рисунок 5" descr="Изображение выглядит как текст, Шрифт, число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18B21AB-8BF4-E08E-7417-C2E4B6FCC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387" y="2106711"/>
            <a:ext cx="9643225" cy="355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77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C4A2A4-B9DE-446F-B517-6FC718EA9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007C7B-2656-49D8-BFD6-EC5AE3853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6A492-6E43-4FF6-8F09-D88080CC4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Решенные задачи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A771F5-9C52-403D-B6C0-3E252B9D6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383532A7-DE23-49BD-B2B7-34B38FB752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2379836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B041E3F-E96F-A18E-692D-73932A57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13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145186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E091A-897C-4F05-A51E-26BB4DAA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/>
              <a:t>Достоинства проекта</a:t>
            </a:r>
            <a:endParaRPr lang="ru-RU" dirty="0"/>
          </a:p>
        </p:txBody>
      </p:sp>
      <p:graphicFrame>
        <p:nvGraphicFramePr>
          <p:cNvPr id="28" name="Объект 2">
            <a:extLst>
              <a:ext uri="{FF2B5EF4-FFF2-40B4-BE49-F238E27FC236}">
                <a16:creationId xmlns:a16="http://schemas.microsoft.com/office/drawing/2014/main" id="{658904E2-2E87-4352-8157-56DA5308CE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53987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34DB9C6-EA43-E39C-E2F7-2EC0D857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14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199261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Полученные знания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3600" dirty="0"/>
              <a:t>Архитектурный паттерн MVC, разделяющий представление, бизнес-логику и доступ к данным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3600" dirty="0"/>
              <a:t>ORM-подход на основе JPA/</a:t>
            </a:r>
            <a:r>
              <a:rPr lang="ru-RU" sz="3600" dirty="0" err="1"/>
              <a:t>Hibernate</a:t>
            </a:r>
            <a:r>
              <a:rPr lang="ru-RU" sz="3600" dirty="0"/>
              <a:t>, упрощающий управление данными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3600" dirty="0"/>
              <a:t>Шаблонизация с использованием </a:t>
            </a:r>
            <a:r>
              <a:rPr lang="ru-RU" sz="3600" dirty="0" err="1"/>
              <a:t>Thymeleaf</a:t>
            </a:r>
            <a:endParaRPr lang="ru-RU" sz="3600" dirty="0"/>
          </a:p>
          <a:p>
            <a:pPr marL="457200" indent="-457200">
              <a:buFont typeface="+mj-lt"/>
              <a:buAutoNum type="arabicPeriod"/>
            </a:pPr>
            <a:r>
              <a:rPr lang="ru-RU" sz="3600" dirty="0"/>
              <a:t>Технология Spring Security для обеспечения безопасной работы системы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E902B8-3A49-D42C-6301-F2D41693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15</a:t>
            </a:fld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77286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4B679-6B68-4CFA-9401-4BB23128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/>
              <a:t>Пути совершенствования программы</a:t>
            </a:r>
            <a:endParaRPr lang="ru-RU" dirty="0"/>
          </a:p>
        </p:txBody>
      </p:sp>
      <p:graphicFrame>
        <p:nvGraphicFramePr>
          <p:cNvPr id="17" name="Объект 2">
            <a:extLst>
              <a:ext uri="{FF2B5EF4-FFF2-40B4-BE49-F238E27FC236}">
                <a16:creationId xmlns:a16="http://schemas.microsoft.com/office/drawing/2014/main" id="{57D2F9B5-8BBD-4BF2-B7EA-4B4DE51E57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3570157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D3B414-AA52-A432-887A-F8A59A1B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2154A6-695B-45C1-97FF-21A55C307959}" type="slidenum">
              <a:rPr lang="ru-RU" sz="3200" smtClean="0"/>
              <a:t>16</a:t>
            </a:fld>
            <a:endParaRPr lang="ru-RU" sz="3200"/>
          </a:p>
        </p:txBody>
      </p:sp>
    </p:spTree>
    <p:extLst>
      <p:ext uri="{BB962C8B-B14F-4D97-AF65-F5344CB8AC3E}">
        <p14:creationId xmlns:p14="http://schemas.microsoft.com/office/powerpoint/2010/main" val="392041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8">
            <a:extLst>
              <a:ext uri="{FF2B5EF4-FFF2-40B4-BE49-F238E27FC236}">
                <a16:creationId xmlns:a16="http://schemas.microsoft.com/office/drawing/2014/main" id="{1BB4EE85-A405-479E-9C83-3E48159BD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35C1B87F-6563-4FF7-8C9D-5CB1DBDFF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4" name="Straight Connector 12">
            <a:extLst>
              <a:ext uri="{FF2B5EF4-FFF2-40B4-BE49-F238E27FC236}">
                <a16:creationId xmlns:a16="http://schemas.microsoft.com/office/drawing/2014/main" id="{304EC99D-1813-48E6-8154-EA70159A8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F07A8B5-6B8A-405D-8BB0-7ABAF5CE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Спасибо за внимание!</a:t>
            </a:r>
          </a:p>
        </p:txBody>
      </p:sp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18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27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416</TotalTime>
  <Words>379</Words>
  <Application>Microsoft Office PowerPoint</Application>
  <PresentationFormat>Широкоэкранный</PresentationFormat>
  <Paragraphs>66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Aptos</vt:lpstr>
      <vt:lpstr>Calibri</vt:lpstr>
      <vt:lpstr>Calibri Light</vt:lpstr>
      <vt:lpstr>Helvetica</vt:lpstr>
      <vt:lpstr>Times New Roman</vt:lpstr>
      <vt:lpstr>Ретро</vt:lpstr>
      <vt:lpstr>ПРАКТИЧЕСКАЯ РАБОТА Разработка программного контейнера защиты приложения от угрозы использования скомпрометированного доверенного источника обновлений</vt:lpstr>
      <vt:lpstr>Актуальность темы</vt:lpstr>
      <vt:lpstr>Цель курсового проекта</vt:lpstr>
      <vt:lpstr>Задачи курсового проекта</vt:lpstr>
      <vt:lpstr>Предмет и объект исследования</vt:lpstr>
      <vt:lpstr>ER-диаграмма</vt:lpstr>
      <vt:lpstr>Концепция MVC + конфигурация Spring</vt:lpstr>
      <vt:lpstr>Интерфейс веб-приложения</vt:lpstr>
      <vt:lpstr>Интерфейс веб-приложения</vt:lpstr>
      <vt:lpstr>Интерфейс веб-приложения</vt:lpstr>
      <vt:lpstr>Интерфейс веб-приложения</vt:lpstr>
      <vt:lpstr>Интерфейс веб-приложения</vt:lpstr>
      <vt:lpstr>Решенные задачи</vt:lpstr>
      <vt:lpstr>Достоинства проекта</vt:lpstr>
      <vt:lpstr>Полученные знания</vt:lpstr>
      <vt:lpstr>Пути совершенствования программы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«Интернет-кафе»  на платформе 1С:Предприятие 8.3</dc:title>
  <dc:creator>Aknas</dc:creator>
  <cp:lastModifiedBy>Aknas Macefg</cp:lastModifiedBy>
  <cp:revision>19</cp:revision>
  <dcterms:created xsi:type="dcterms:W3CDTF">2021-06-06T23:22:02Z</dcterms:created>
  <dcterms:modified xsi:type="dcterms:W3CDTF">2026-05-19T16:54:41Z</dcterms:modified>
</cp:coreProperties>
</file>