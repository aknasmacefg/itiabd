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8" r:id="rId1"/>
  </p:sldMasterIdLst>
  <p:notesMasterIdLst>
    <p:notesMasterId r:id="rId20"/>
  </p:notesMasterIdLst>
  <p:sldIdLst>
    <p:sldId id="256" r:id="rId2"/>
    <p:sldId id="270" r:id="rId3"/>
    <p:sldId id="258" r:id="rId4"/>
    <p:sldId id="259" r:id="rId5"/>
    <p:sldId id="269" r:id="rId6"/>
    <p:sldId id="276" r:id="rId7"/>
    <p:sldId id="262" r:id="rId8"/>
    <p:sldId id="277" r:id="rId9"/>
    <p:sldId id="265" r:id="rId10"/>
    <p:sldId id="264" r:id="rId11"/>
    <p:sldId id="278" r:id="rId12"/>
    <p:sldId id="273" r:id="rId13"/>
    <p:sldId id="279" r:id="rId14"/>
    <p:sldId id="275" r:id="rId15"/>
    <p:sldId id="280" r:id="rId16"/>
    <p:sldId id="281" r:id="rId17"/>
    <p:sldId id="282" r:id="rId18"/>
    <p:sldId id="26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477" autoAdjust="0"/>
  </p:normalViewPr>
  <p:slideViewPr>
    <p:cSldViewPr snapToGrid="0">
      <p:cViewPr varScale="1">
        <p:scale>
          <a:sx n="98" d="100"/>
          <a:sy n="98" d="100"/>
        </p:scale>
        <p:origin x="82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2FDED2D-8BF4-473B-BDF5-A40B19E8C93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64C03BC-3B06-4EC1-9CEC-FC55C169CB8E}">
      <dgm:prSet/>
      <dgm:spPr/>
      <dgm:t>
        <a:bodyPr/>
        <a:lstStyle/>
        <a:p>
          <a:r>
            <a:rPr lang="ru-RU" b="1"/>
            <a:t>Выполнение вредоносного кода</a:t>
          </a:r>
          <a:endParaRPr lang="en-US"/>
        </a:p>
      </dgm:t>
    </dgm:pt>
    <dgm:pt modelId="{FFD7C0E0-523B-46EE-9E63-51538B9953C7}" type="parTrans" cxnId="{8241C977-00DA-4D8F-8A23-90B9F871F8E3}">
      <dgm:prSet/>
      <dgm:spPr/>
      <dgm:t>
        <a:bodyPr/>
        <a:lstStyle/>
        <a:p>
          <a:endParaRPr lang="en-US"/>
        </a:p>
      </dgm:t>
    </dgm:pt>
    <dgm:pt modelId="{C1A803A9-EA53-4D46-8BE0-E7AFA16D4B1B}" type="sibTrans" cxnId="{8241C977-00DA-4D8F-8A23-90B9F871F8E3}">
      <dgm:prSet/>
      <dgm:spPr/>
      <dgm:t>
        <a:bodyPr/>
        <a:lstStyle/>
        <a:p>
          <a:endParaRPr lang="en-US"/>
        </a:p>
      </dgm:t>
    </dgm:pt>
    <dgm:pt modelId="{A2E8E2EF-0A99-4A36-9DAB-4ACAE0E67B50}">
      <dgm:prSet/>
      <dgm:spPr/>
      <dgm:t>
        <a:bodyPr/>
        <a:lstStyle/>
        <a:p>
          <a:r>
            <a:rPr lang="ru-RU" b="1"/>
            <a:t>Компрометация пользовательских данных</a:t>
          </a:r>
          <a:endParaRPr lang="en-US"/>
        </a:p>
      </dgm:t>
    </dgm:pt>
    <dgm:pt modelId="{CF3CAB1D-2949-4DD5-AE08-7AF6F3710D3D}" type="parTrans" cxnId="{BF610471-6486-4229-99EA-FD6596B77494}">
      <dgm:prSet/>
      <dgm:spPr/>
      <dgm:t>
        <a:bodyPr/>
        <a:lstStyle/>
        <a:p>
          <a:endParaRPr lang="en-US"/>
        </a:p>
      </dgm:t>
    </dgm:pt>
    <dgm:pt modelId="{E71BDFE9-A777-4C91-99FD-ABBA556EF86C}" type="sibTrans" cxnId="{BF610471-6486-4229-99EA-FD6596B77494}">
      <dgm:prSet/>
      <dgm:spPr/>
      <dgm:t>
        <a:bodyPr/>
        <a:lstStyle/>
        <a:p>
          <a:endParaRPr lang="en-US"/>
        </a:p>
      </dgm:t>
    </dgm:pt>
    <dgm:pt modelId="{FBCAFB31-2881-4654-BE8C-CD54F5CEEF0A}">
      <dgm:prSet/>
      <dgm:spPr/>
      <dgm:t>
        <a:bodyPr/>
        <a:lstStyle/>
        <a:p>
          <a:r>
            <a:rPr lang="ru-RU" b="1"/>
            <a:t>Нарушение целостности системы</a:t>
          </a:r>
          <a:endParaRPr lang="en-US"/>
        </a:p>
      </dgm:t>
    </dgm:pt>
    <dgm:pt modelId="{4D18ABE1-AD1E-4863-8665-093EE5A73C0A}" type="parTrans" cxnId="{F9286A77-8F9B-49FF-B44B-A3DF4C8B9B89}">
      <dgm:prSet/>
      <dgm:spPr/>
      <dgm:t>
        <a:bodyPr/>
        <a:lstStyle/>
        <a:p>
          <a:endParaRPr lang="en-US"/>
        </a:p>
      </dgm:t>
    </dgm:pt>
    <dgm:pt modelId="{11B008DD-BB40-486D-91B2-A8C047BD7415}" type="sibTrans" cxnId="{F9286A77-8F9B-49FF-B44B-A3DF4C8B9B89}">
      <dgm:prSet/>
      <dgm:spPr/>
      <dgm:t>
        <a:bodyPr/>
        <a:lstStyle/>
        <a:p>
          <a:endParaRPr lang="en-US"/>
        </a:p>
      </dgm:t>
    </dgm:pt>
    <dgm:pt modelId="{8F4E2C8C-13B4-40B2-B4D2-BD6074C30788}" type="pres">
      <dgm:prSet presAssocID="{E2FDED2D-8BF4-473B-BDF5-A40B19E8C937}" presName="linear" presStyleCnt="0">
        <dgm:presLayoutVars>
          <dgm:animLvl val="lvl"/>
          <dgm:resizeHandles val="exact"/>
        </dgm:presLayoutVars>
      </dgm:prSet>
      <dgm:spPr/>
    </dgm:pt>
    <dgm:pt modelId="{DCF4BDD9-7D7B-4C12-875F-7FB7ED9C4D11}" type="pres">
      <dgm:prSet presAssocID="{A64C03BC-3B06-4EC1-9CEC-FC55C169CB8E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BE51B75-6990-4252-87E0-4A3F381EA0B9}" type="pres">
      <dgm:prSet presAssocID="{C1A803A9-EA53-4D46-8BE0-E7AFA16D4B1B}" presName="spacer" presStyleCnt="0"/>
      <dgm:spPr/>
    </dgm:pt>
    <dgm:pt modelId="{B2218123-B46A-4277-A385-F2758E6CC071}" type="pres">
      <dgm:prSet presAssocID="{A2E8E2EF-0A99-4A36-9DAB-4ACAE0E67B50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0B91BEB-1987-416E-B4BA-6D75741F4915}" type="pres">
      <dgm:prSet presAssocID="{E71BDFE9-A777-4C91-99FD-ABBA556EF86C}" presName="spacer" presStyleCnt="0"/>
      <dgm:spPr/>
    </dgm:pt>
    <dgm:pt modelId="{308FB659-C494-4244-9E37-6EDF1474F308}" type="pres">
      <dgm:prSet presAssocID="{FBCAFB31-2881-4654-BE8C-CD54F5CEEF0A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1A6D208-30B8-4DFF-87A7-02B81ED12318}" type="presOf" srcId="{A2E8E2EF-0A99-4A36-9DAB-4ACAE0E67B50}" destId="{B2218123-B46A-4277-A385-F2758E6CC071}" srcOrd="0" destOrd="0" presId="urn:microsoft.com/office/officeart/2005/8/layout/vList2"/>
    <dgm:cxn modelId="{58436760-7C1C-47DA-9E3A-F7E180FCE72C}" type="presOf" srcId="{FBCAFB31-2881-4654-BE8C-CD54F5CEEF0A}" destId="{308FB659-C494-4244-9E37-6EDF1474F308}" srcOrd="0" destOrd="0" presId="urn:microsoft.com/office/officeart/2005/8/layout/vList2"/>
    <dgm:cxn modelId="{5CD4714B-E385-4BA6-BA2C-62473517B274}" type="presOf" srcId="{A64C03BC-3B06-4EC1-9CEC-FC55C169CB8E}" destId="{DCF4BDD9-7D7B-4C12-875F-7FB7ED9C4D11}" srcOrd="0" destOrd="0" presId="urn:microsoft.com/office/officeart/2005/8/layout/vList2"/>
    <dgm:cxn modelId="{3DA39F4F-FD97-49F1-B782-DE2B9BDBD34D}" type="presOf" srcId="{E2FDED2D-8BF4-473B-BDF5-A40B19E8C937}" destId="{8F4E2C8C-13B4-40B2-B4D2-BD6074C30788}" srcOrd="0" destOrd="0" presId="urn:microsoft.com/office/officeart/2005/8/layout/vList2"/>
    <dgm:cxn modelId="{BF610471-6486-4229-99EA-FD6596B77494}" srcId="{E2FDED2D-8BF4-473B-BDF5-A40B19E8C937}" destId="{A2E8E2EF-0A99-4A36-9DAB-4ACAE0E67B50}" srcOrd="1" destOrd="0" parTransId="{CF3CAB1D-2949-4DD5-AE08-7AF6F3710D3D}" sibTransId="{E71BDFE9-A777-4C91-99FD-ABBA556EF86C}"/>
    <dgm:cxn modelId="{F9286A77-8F9B-49FF-B44B-A3DF4C8B9B89}" srcId="{E2FDED2D-8BF4-473B-BDF5-A40B19E8C937}" destId="{FBCAFB31-2881-4654-BE8C-CD54F5CEEF0A}" srcOrd="2" destOrd="0" parTransId="{4D18ABE1-AD1E-4863-8665-093EE5A73C0A}" sibTransId="{11B008DD-BB40-486D-91B2-A8C047BD7415}"/>
    <dgm:cxn modelId="{8241C977-00DA-4D8F-8A23-90B9F871F8E3}" srcId="{E2FDED2D-8BF4-473B-BDF5-A40B19E8C937}" destId="{A64C03BC-3B06-4EC1-9CEC-FC55C169CB8E}" srcOrd="0" destOrd="0" parTransId="{FFD7C0E0-523B-46EE-9E63-51538B9953C7}" sibTransId="{C1A803A9-EA53-4D46-8BE0-E7AFA16D4B1B}"/>
    <dgm:cxn modelId="{6EB23AF6-0070-4ED4-A1DD-C6DCE8D9F27A}" type="presParOf" srcId="{8F4E2C8C-13B4-40B2-B4D2-BD6074C30788}" destId="{DCF4BDD9-7D7B-4C12-875F-7FB7ED9C4D11}" srcOrd="0" destOrd="0" presId="urn:microsoft.com/office/officeart/2005/8/layout/vList2"/>
    <dgm:cxn modelId="{ABECADBB-66A8-4981-96E0-575BEE21B8F8}" type="presParOf" srcId="{8F4E2C8C-13B4-40B2-B4D2-BD6074C30788}" destId="{4BE51B75-6990-4252-87E0-4A3F381EA0B9}" srcOrd="1" destOrd="0" presId="urn:microsoft.com/office/officeart/2005/8/layout/vList2"/>
    <dgm:cxn modelId="{13825594-F9BF-48AA-AB8E-0ACBBEC88BE1}" type="presParOf" srcId="{8F4E2C8C-13B4-40B2-B4D2-BD6074C30788}" destId="{B2218123-B46A-4277-A385-F2758E6CC071}" srcOrd="2" destOrd="0" presId="urn:microsoft.com/office/officeart/2005/8/layout/vList2"/>
    <dgm:cxn modelId="{8A6B8413-8BFF-4ABE-94C4-F37ED8DA10E8}" type="presParOf" srcId="{8F4E2C8C-13B4-40B2-B4D2-BD6074C30788}" destId="{80B91BEB-1987-416E-B4BA-6D75741F4915}" srcOrd="3" destOrd="0" presId="urn:microsoft.com/office/officeart/2005/8/layout/vList2"/>
    <dgm:cxn modelId="{5300C9D7-A0C9-4CDB-B1D5-C7A6193384E9}" type="presParOf" srcId="{8F4E2C8C-13B4-40B2-B4D2-BD6074C30788}" destId="{308FB659-C494-4244-9E37-6EDF1474F308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F4630FB-8B9A-464E-9023-C89B5562A1F2}" type="doc">
      <dgm:prSet loTypeId="urn:microsoft.com/office/officeart/2005/8/layout/matrix3" loCatId="matrix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7FA4FA9-A67C-4988-8B42-B36E3F098909}">
      <dgm:prSet/>
      <dgm:spPr/>
      <dgm:t>
        <a:bodyPr/>
        <a:lstStyle/>
        <a:p>
          <a:r>
            <a:rPr lang="ru-RU" b="1" dirty="0"/>
            <a:t>Подмена содержимого обновления</a:t>
          </a:r>
          <a:endParaRPr lang="en-US" dirty="0"/>
        </a:p>
      </dgm:t>
    </dgm:pt>
    <dgm:pt modelId="{84666BA0-B514-4DFD-B51C-A844C80DD980}" type="parTrans" cxnId="{B4796034-6030-414B-9918-C0CBAE03AF0C}">
      <dgm:prSet/>
      <dgm:spPr/>
      <dgm:t>
        <a:bodyPr/>
        <a:lstStyle/>
        <a:p>
          <a:endParaRPr lang="en-US"/>
        </a:p>
      </dgm:t>
    </dgm:pt>
    <dgm:pt modelId="{F5DF3C24-40E7-48D1-A2D4-956879E495F9}" type="sibTrans" cxnId="{B4796034-6030-414B-9918-C0CBAE03AF0C}">
      <dgm:prSet/>
      <dgm:spPr/>
      <dgm:t>
        <a:bodyPr/>
        <a:lstStyle/>
        <a:p>
          <a:endParaRPr lang="en-US"/>
        </a:p>
      </dgm:t>
    </dgm:pt>
    <dgm:pt modelId="{E00481DB-8290-447F-AF4D-80B23B2CB62C}">
      <dgm:prSet/>
      <dgm:spPr/>
      <dgm:t>
        <a:bodyPr/>
        <a:lstStyle/>
        <a:p>
          <a:r>
            <a:rPr lang="ru-RU" b="1"/>
            <a:t>Компрометация механизма подписи</a:t>
          </a:r>
          <a:endParaRPr lang="en-US"/>
        </a:p>
      </dgm:t>
    </dgm:pt>
    <dgm:pt modelId="{F148FB80-48AA-4DC6-AD28-DBF67ADBE5BD}" type="parTrans" cxnId="{24D649E0-9962-4412-93FB-13884537F90E}">
      <dgm:prSet/>
      <dgm:spPr/>
      <dgm:t>
        <a:bodyPr/>
        <a:lstStyle/>
        <a:p>
          <a:endParaRPr lang="en-US"/>
        </a:p>
      </dgm:t>
    </dgm:pt>
    <dgm:pt modelId="{554BF8EF-C568-4D67-B81E-2CA72BAC91F5}" type="sibTrans" cxnId="{24D649E0-9962-4412-93FB-13884537F90E}">
      <dgm:prSet/>
      <dgm:spPr/>
      <dgm:t>
        <a:bodyPr/>
        <a:lstStyle/>
        <a:p>
          <a:endParaRPr lang="en-US"/>
        </a:p>
      </dgm:t>
    </dgm:pt>
    <dgm:pt modelId="{116BC18A-0622-44B9-B9DD-E88501A68DE6}">
      <dgm:prSet/>
      <dgm:spPr/>
      <dgm:t>
        <a:bodyPr/>
        <a:lstStyle/>
        <a:p>
          <a:r>
            <a:rPr lang="ru-RU" b="1"/>
            <a:t>Rollback attack</a:t>
          </a:r>
          <a:endParaRPr lang="en-US"/>
        </a:p>
      </dgm:t>
    </dgm:pt>
    <dgm:pt modelId="{80D0EA07-E941-473E-A984-8F5C1485EB77}" type="parTrans" cxnId="{36D28EDD-AF5C-4502-A9BD-ACD9ABD237E9}">
      <dgm:prSet/>
      <dgm:spPr/>
      <dgm:t>
        <a:bodyPr/>
        <a:lstStyle/>
        <a:p>
          <a:endParaRPr lang="en-US"/>
        </a:p>
      </dgm:t>
    </dgm:pt>
    <dgm:pt modelId="{AE07B821-AA5E-436D-8C2B-1B27FE0BF0A4}" type="sibTrans" cxnId="{36D28EDD-AF5C-4502-A9BD-ACD9ABD237E9}">
      <dgm:prSet/>
      <dgm:spPr/>
      <dgm:t>
        <a:bodyPr/>
        <a:lstStyle/>
        <a:p>
          <a:endParaRPr lang="en-US"/>
        </a:p>
      </dgm:t>
    </dgm:pt>
    <dgm:pt modelId="{B1AFF4C9-EB79-49D1-BB37-15C3E3E00F0A}">
      <dgm:prSet custT="1"/>
      <dgm:spPr/>
      <dgm:t>
        <a:bodyPr/>
        <a:lstStyle/>
        <a:p>
          <a:r>
            <a:rPr lang="ru-RU" sz="1800" b="1" dirty="0"/>
            <a:t>Использование скомпрометированного ключа</a:t>
          </a:r>
          <a:endParaRPr lang="en-US" sz="1800" dirty="0"/>
        </a:p>
      </dgm:t>
    </dgm:pt>
    <dgm:pt modelId="{21AA0BEC-4B11-4DE8-A3A4-41D3A2F99E52}" type="parTrans" cxnId="{AB548269-5F12-4A2E-91C5-0C39757EB087}">
      <dgm:prSet/>
      <dgm:spPr/>
      <dgm:t>
        <a:bodyPr/>
        <a:lstStyle/>
        <a:p>
          <a:endParaRPr lang="en-US"/>
        </a:p>
      </dgm:t>
    </dgm:pt>
    <dgm:pt modelId="{E058FF44-08D2-49CE-B9FF-D7AF0D71D000}" type="sibTrans" cxnId="{AB548269-5F12-4A2E-91C5-0C39757EB087}">
      <dgm:prSet/>
      <dgm:spPr/>
      <dgm:t>
        <a:bodyPr/>
        <a:lstStyle/>
        <a:p>
          <a:endParaRPr lang="en-US"/>
        </a:p>
      </dgm:t>
    </dgm:pt>
    <dgm:pt modelId="{7051E5E2-62AD-4782-ABAD-72D73AE615E9}" type="pres">
      <dgm:prSet presAssocID="{FF4630FB-8B9A-464E-9023-C89B5562A1F2}" presName="matrix" presStyleCnt="0">
        <dgm:presLayoutVars>
          <dgm:chMax val="1"/>
          <dgm:dir/>
          <dgm:resizeHandles val="exact"/>
        </dgm:presLayoutVars>
      </dgm:prSet>
      <dgm:spPr/>
    </dgm:pt>
    <dgm:pt modelId="{6A64EA7E-57A7-4EF1-AF07-D64F6E199B6A}" type="pres">
      <dgm:prSet presAssocID="{FF4630FB-8B9A-464E-9023-C89B5562A1F2}" presName="diamond" presStyleLbl="bgShp" presStyleIdx="0" presStyleCnt="1"/>
      <dgm:spPr/>
    </dgm:pt>
    <dgm:pt modelId="{E23728EA-433B-4D9F-A598-A5251785C440}" type="pres">
      <dgm:prSet presAssocID="{FF4630FB-8B9A-464E-9023-C89B5562A1F2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AA102586-96E8-47D9-859F-AAC9C980BE97}" type="pres">
      <dgm:prSet presAssocID="{FF4630FB-8B9A-464E-9023-C89B5562A1F2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7B4C7831-892B-4A77-AFA7-0DF8DB1BE197}" type="pres">
      <dgm:prSet presAssocID="{FF4630FB-8B9A-464E-9023-C89B5562A1F2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9FA4AC8E-F594-4A40-ACF4-5FF33C397BB9}" type="pres">
      <dgm:prSet presAssocID="{FF4630FB-8B9A-464E-9023-C89B5562A1F2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B4796034-6030-414B-9918-C0CBAE03AF0C}" srcId="{FF4630FB-8B9A-464E-9023-C89B5562A1F2}" destId="{47FA4FA9-A67C-4988-8B42-B36E3F098909}" srcOrd="0" destOrd="0" parTransId="{84666BA0-B514-4DFD-B51C-A844C80DD980}" sibTransId="{F5DF3C24-40E7-48D1-A2D4-956879E495F9}"/>
    <dgm:cxn modelId="{711D3549-90A4-4D30-9B3E-C9C2EB403F25}" type="presOf" srcId="{47FA4FA9-A67C-4988-8B42-B36E3F098909}" destId="{E23728EA-433B-4D9F-A598-A5251785C440}" srcOrd="0" destOrd="0" presId="urn:microsoft.com/office/officeart/2005/8/layout/matrix3"/>
    <dgm:cxn modelId="{AB548269-5F12-4A2E-91C5-0C39757EB087}" srcId="{FF4630FB-8B9A-464E-9023-C89B5562A1F2}" destId="{B1AFF4C9-EB79-49D1-BB37-15C3E3E00F0A}" srcOrd="3" destOrd="0" parTransId="{21AA0BEC-4B11-4DE8-A3A4-41D3A2F99E52}" sibTransId="{E058FF44-08D2-49CE-B9FF-D7AF0D71D000}"/>
    <dgm:cxn modelId="{89C0C659-8076-4478-8038-DD9B149F22B2}" type="presOf" srcId="{FF4630FB-8B9A-464E-9023-C89B5562A1F2}" destId="{7051E5E2-62AD-4782-ABAD-72D73AE615E9}" srcOrd="0" destOrd="0" presId="urn:microsoft.com/office/officeart/2005/8/layout/matrix3"/>
    <dgm:cxn modelId="{C9715AA5-CBC4-4DC1-B14E-AD5F7DF5DE89}" type="presOf" srcId="{E00481DB-8290-447F-AF4D-80B23B2CB62C}" destId="{AA102586-96E8-47D9-859F-AAC9C980BE97}" srcOrd="0" destOrd="0" presId="urn:microsoft.com/office/officeart/2005/8/layout/matrix3"/>
    <dgm:cxn modelId="{66EED3C1-210B-4A36-88C2-53DA2BBE4F28}" type="presOf" srcId="{116BC18A-0622-44B9-B9DD-E88501A68DE6}" destId="{7B4C7831-892B-4A77-AFA7-0DF8DB1BE197}" srcOrd="0" destOrd="0" presId="urn:microsoft.com/office/officeart/2005/8/layout/matrix3"/>
    <dgm:cxn modelId="{36D28EDD-AF5C-4502-A9BD-ACD9ABD237E9}" srcId="{FF4630FB-8B9A-464E-9023-C89B5562A1F2}" destId="{116BC18A-0622-44B9-B9DD-E88501A68DE6}" srcOrd="2" destOrd="0" parTransId="{80D0EA07-E941-473E-A984-8F5C1485EB77}" sibTransId="{AE07B821-AA5E-436D-8C2B-1B27FE0BF0A4}"/>
    <dgm:cxn modelId="{24D649E0-9962-4412-93FB-13884537F90E}" srcId="{FF4630FB-8B9A-464E-9023-C89B5562A1F2}" destId="{E00481DB-8290-447F-AF4D-80B23B2CB62C}" srcOrd="1" destOrd="0" parTransId="{F148FB80-48AA-4DC6-AD28-DBF67ADBE5BD}" sibTransId="{554BF8EF-C568-4D67-B81E-2CA72BAC91F5}"/>
    <dgm:cxn modelId="{4C35B7FE-27FF-4E2A-8E07-3B7C3EF0762F}" type="presOf" srcId="{B1AFF4C9-EB79-49D1-BB37-15C3E3E00F0A}" destId="{9FA4AC8E-F594-4A40-ACF4-5FF33C397BB9}" srcOrd="0" destOrd="0" presId="urn:microsoft.com/office/officeart/2005/8/layout/matrix3"/>
    <dgm:cxn modelId="{7C381335-3419-4200-81E8-71B148DB4DC9}" type="presParOf" srcId="{7051E5E2-62AD-4782-ABAD-72D73AE615E9}" destId="{6A64EA7E-57A7-4EF1-AF07-D64F6E199B6A}" srcOrd="0" destOrd="0" presId="urn:microsoft.com/office/officeart/2005/8/layout/matrix3"/>
    <dgm:cxn modelId="{FB783DAB-447C-4CD9-9CBA-0A74B255A0F8}" type="presParOf" srcId="{7051E5E2-62AD-4782-ABAD-72D73AE615E9}" destId="{E23728EA-433B-4D9F-A598-A5251785C440}" srcOrd="1" destOrd="0" presId="urn:microsoft.com/office/officeart/2005/8/layout/matrix3"/>
    <dgm:cxn modelId="{41A5FB24-A028-4682-B7FD-8CBEF2D19DE5}" type="presParOf" srcId="{7051E5E2-62AD-4782-ABAD-72D73AE615E9}" destId="{AA102586-96E8-47D9-859F-AAC9C980BE97}" srcOrd="2" destOrd="0" presId="urn:microsoft.com/office/officeart/2005/8/layout/matrix3"/>
    <dgm:cxn modelId="{C79538DA-BBDE-44D6-B03D-535897D09728}" type="presParOf" srcId="{7051E5E2-62AD-4782-ABAD-72D73AE615E9}" destId="{7B4C7831-892B-4A77-AFA7-0DF8DB1BE197}" srcOrd="3" destOrd="0" presId="urn:microsoft.com/office/officeart/2005/8/layout/matrix3"/>
    <dgm:cxn modelId="{F5925754-2D61-4645-97A7-2260D235C012}" type="presParOf" srcId="{7051E5E2-62AD-4782-ABAD-72D73AE615E9}" destId="{9FA4AC8E-F594-4A40-ACF4-5FF33C397BB9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244A162-824F-4584-AEC7-9404A9F20184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BEB11C8-3916-4BBB-A9CB-D9531810AA82}">
      <dgm:prSet/>
      <dgm:spPr/>
      <dgm:t>
        <a:bodyPr/>
        <a:lstStyle/>
        <a:p>
          <a:r>
            <a:rPr lang="ru-RU"/>
            <a:t>Контроль целостности — обнаружение подмены payload;</a:t>
          </a:r>
          <a:endParaRPr lang="en-US"/>
        </a:p>
      </dgm:t>
    </dgm:pt>
    <dgm:pt modelId="{C31600CD-EFD1-4468-A252-DC51A7EB4919}" type="parTrans" cxnId="{D781209F-B776-45E7-9A90-E639E22A226E}">
      <dgm:prSet/>
      <dgm:spPr/>
      <dgm:t>
        <a:bodyPr/>
        <a:lstStyle/>
        <a:p>
          <a:endParaRPr lang="en-US"/>
        </a:p>
      </dgm:t>
    </dgm:pt>
    <dgm:pt modelId="{3AFFE960-1278-4693-9234-09A1182715C3}" type="sibTrans" cxnId="{D781209F-B776-45E7-9A90-E639E22A226E}">
      <dgm:prSet/>
      <dgm:spPr/>
      <dgm:t>
        <a:bodyPr/>
        <a:lstStyle/>
        <a:p>
          <a:endParaRPr lang="en-US"/>
        </a:p>
      </dgm:t>
    </dgm:pt>
    <dgm:pt modelId="{03411BCF-5A38-49B1-B286-99105177138A}">
      <dgm:prSet/>
      <dgm:spPr/>
      <dgm:t>
        <a:bodyPr/>
        <a:lstStyle/>
        <a:p>
          <a:r>
            <a:rPr lang="ru-RU"/>
            <a:t>Цифровые подписи — подтверждение происхождения обновления;</a:t>
          </a:r>
          <a:endParaRPr lang="en-US"/>
        </a:p>
      </dgm:t>
    </dgm:pt>
    <dgm:pt modelId="{50C2315C-8B1C-457D-B44C-FACD375EC8C4}" type="parTrans" cxnId="{94868DD2-3AC5-4C55-9232-F4F11ED38498}">
      <dgm:prSet/>
      <dgm:spPr/>
      <dgm:t>
        <a:bodyPr/>
        <a:lstStyle/>
        <a:p>
          <a:endParaRPr lang="en-US"/>
        </a:p>
      </dgm:t>
    </dgm:pt>
    <dgm:pt modelId="{1DEA5091-5EE0-481F-9A53-C93460FCA14A}" type="sibTrans" cxnId="{94868DD2-3AC5-4C55-9232-F4F11ED38498}">
      <dgm:prSet/>
      <dgm:spPr/>
      <dgm:t>
        <a:bodyPr/>
        <a:lstStyle/>
        <a:p>
          <a:endParaRPr lang="en-US"/>
        </a:p>
      </dgm:t>
    </dgm:pt>
    <dgm:pt modelId="{632E7412-09E1-4090-9A64-52FEC253640F}">
      <dgm:prSet/>
      <dgm:spPr/>
      <dgm:t>
        <a:bodyPr/>
        <a:lstStyle/>
        <a:p>
          <a:r>
            <a:rPr lang="ru-RU"/>
            <a:t>Политика отзыва — отзыв скомпрометированных ключей;</a:t>
          </a:r>
          <a:endParaRPr lang="en-US"/>
        </a:p>
      </dgm:t>
    </dgm:pt>
    <dgm:pt modelId="{F5E7FCC1-7D53-4946-938D-3E30292AF2D5}" type="parTrans" cxnId="{4DC5B2FE-DA46-4C72-B639-2C657C9BEC47}">
      <dgm:prSet/>
      <dgm:spPr/>
      <dgm:t>
        <a:bodyPr/>
        <a:lstStyle/>
        <a:p>
          <a:endParaRPr lang="en-US"/>
        </a:p>
      </dgm:t>
    </dgm:pt>
    <dgm:pt modelId="{7AF96DAD-24FD-4547-9FF7-B37B6E8C9D95}" type="sibTrans" cxnId="{4DC5B2FE-DA46-4C72-B639-2C657C9BEC47}">
      <dgm:prSet/>
      <dgm:spPr/>
      <dgm:t>
        <a:bodyPr/>
        <a:lstStyle/>
        <a:p>
          <a:endParaRPr lang="en-US"/>
        </a:p>
      </dgm:t>
    </dgm:pt>
    <dgm:pt modelId="{B7A52B6C-0A6E-4AA8-BC28-BE3C0CC9D233}">
      <dgm:prSet/>
      <dgm:spPr/>
      <dgm:t>
        <a:bodyPr/>
        <a:lstStyle/>
        <a:p>
          <a:r>
            <a:rPr lang="ru-RU"/>
            <a:t>Anti-rollback защита — отзыв скомпрометированных ключей;</a:t>
          </a:r>
          <a:endParaRPr lang="en-US"/>
        </a:p>
      </dgm:t>
    </dgm:pt>
    <dgm:pt modelId="{32B0B2EC-03A7-42C8-9281-F90F2A517AD0}" type="parTrans" cxnId="{97C210BE-883B-4910-9D1C-73D60AD632AA}">
      <dgm:prSet/>
      <dgm:spPr/>
      <dgm:t>
        <a:bodyPr/>
        <a:lstStyle/>
        <a:p>
          <a:endParaRPr lang="en-US"/>
        </a:p>
      </dgm:t>
    </dgm:pt>
    <dgm:pt modelId="{411418E0-8252-4BBC-9669-F6323C3BEECC}" type="sibTrans" cxnId="{97C210BE-883B-4910-9D1C-73D60AD632AA}">
      <dgm:prSet/>
      <dgm:spPr/>
      <dgm:t>
        <a:bodyPr/>
        <a:lstStyle/>
        <a:p>
          <a:endParaRPr lang="en-US"/>
        </a:p>
      </dgm:t>
    </dgm:pt>
    <dgm:pt modelId="{A4E749A2-DFC5-4D48-B26A-69E055F5028C}">
      <dgm:prSet/>
      <dgm:spPr/>
      <dgm:t>
        <a:bodyPr/>
        <a:lstStyle/>
        <a:p>
          <a:r>
            <a:rPr lang="ru-RU"/>
            <a:t>Аудит безопасности — журналирование </a:t>
          </a:r>
          <a:r>
            <a:rPr lang="en-US"/>
            <a:t>security</a:t>
          </a:r>
          <a:r>
            <a:rPr lang="ru-RU"/>
            <a:t>-событий;</a:t>
          </a:r>
          <a:endParaRPr lang="en-US"/>
        </a:p>
      </dgm:t>
    </dgm:pt>
    <dgm:pt modelId="{0FB3B31C-341C-4F44-AC5A-7EBCA83B622E}" type="parTrans" cxnId="{91EDC120-F189-40BF-A250-B660F362BA5A}">
      <dgm:prSet/>
      <dgm:spPr/>
      <dgm:t>
        <a:bodyPr/>
        <a:lstStyle/>
        <a:p>
          <a:endParaRPr lang="en-US"/>
        </a:p>
      </dgm:t>
    </dgm:pt>
    <dgm:pt modelId="{7E3CA3DB-81BF-4602-8F7D-052608B53DB1}" type="sibTrans" cxnId="{91EDC120-F189-40BF-A250-B660F362BA5A}">
      <dgm:prSet/>
      <dgm:spPr/>
      <dgm:t>
        <a:bodyPr/>
        <a:lstStyle/>
        <a:p>
          <a:endParaRPr lang="en-US"/>
        </a:p>
      </dgm:t>
    </dgm:pt>
    <dgm:pt modelId="{B18EE606-897F-4ACB-9EB5-FCEDA62A9923}">
      <dgm:prSet/>
      <dgm:spPr/>
      <dgm:t>
        <a:bodyPr/>
        <a:lstStyle/>
        <a:p>
          <a:r>
            <a:rPr lang="ru-RU"/>
            <a:t>Политика доверия — контроль допустимых каналов обновления;</a:t>
          </a:r>
          <a:endParaRPr lang="en-US"/>
        </a:p>
      </dgm:t>
    </dgm:pt>
    <dgm:pt modelId="{7DDF4068-039A-4E67-87CF-6646873291CB}" type="parTrans" cxnId="{E30F91EA-DAC2-4D7D-9558-081DDB4EF694}">
      <dgm:prSet/>
      <dgm:spPr/>
      <dgm:t>
        <a:bodyPr/>
        <a:lstStyle/>
        <a:p>
          <a:endParaRPr lang="en-US"/>
        </a:p>
      </dgm:t>
    </dgm:pt>
    <dgm:pt modelId="{B5547A4F-D18D-4DBB-A606-6EEDB83CD2E9}" type="sibTrans" cxnId="{E30F91EA-DAC2-4D7D-9558-081DDB4EF694}">
      <dgm:prSet/>
      <dgm:spPr/>
      <dgm:t>
        <a:bodyPr/>
        <a:lstStyle/>
        <a:p>
          <a:endParaRPr lang="en-US"/>
        </a:p>
      </dgm:t>
    </dgm:pt>
    <dgm:pt modelId="{00908D89-54D5-478A-8CC6-7B9477723C24}">
      <dgm:prSet/>
      <dgm:spPr/>
      <dgm:t>
        <a:bodyPr/>
        <a:lstStyle/>
        <a:p>
          <a:r>
            <a:rPr lang="en-US"/>
            <a:t>Sandbox </a:t>
          </a:r>
          <a:r>
            <a:rPr lang="ru-RU"/>
            <a:t>среда — предварительное тестирование обновления в изолированной среде.</a:t>
          </a:r>
          <a:endParaRPr lang="en-US"/>
        </a:p>
      </dgm:t>
    </dgm:pt>
    <dgm:pt modelId="{A99C1549-9D5F-4CC4-BA82-A3C7A4012830}" type="parTrans" cxnId="{CE0956AE-4CDE-4CEA-8124-1E183E499DFF}">
      <dgm:prSet/>
      <dgm:spPr/>
      <dgm:t>
        <a:bodyPr/>
        <a:lstStyle/>
        <a:p>
          <a:endParaRPr lang="en-US"/>
        </a:p>
      </dgm:t>
    </dgm:pt>
    <dgm:pt modelId="{280800E7-0C6D-4806-B05E-FE4120015839}" type="sibTrans" cxnId="{CE0956AE-4CDE-4CEA-8124-1E183E499DFF}">
      <dgm:prSet/>
      <dgm:spPr/>
      <dgm:t>
        <a:bodyPr/>
        <a:lstStyle/>
        <a:p>
          <a:endParaRPr lang="en-US"/>
        </a:p>
      </dgm:t>
    </dgm:pt>
    <dgm:pt modelId="{B53CFB51-3722-4153-AB12-71260644C72D}" type="pres">
      <dgm:prSet presAssocID="{5244A162-824F-4584-AEC7-9404A9F20184}" presName="Name0" presStyleCnt="0">
        <dgm:presLayoutVars>
          <dgm:dir/>
          <dgm:resizeHandles val="exact"/>
        </dgm:presLayoutVars>
      </dgm:prSet>
      <dgm:spPr/>
    </dgm:pt>
    <dgm:pt modelId="{5473E3D8-3D8F-491B-A348-62CE990E11DB}" type="pres">
      <dgm:prSet presAssocID="{BBEB11C8-3916-4BBB-A9CB-D9531810AA82}" presName="node" presStyleLbl="node1" presStyleIdx="0" presStyleCnt="7">
        <dgm:presLayoutVars>
          <dgm:bulletEnabled val="1"/>
        </dgm:presLayoutVars>
      </dgm:prSet>
      <dgm:spPr/>
    </dgm:pt>
    <dgm:pt modelId="{8E40644A-9A59-40F5-82A8-5736F3030322}" type="pres">
      <dgm:prSet presAssocID="{3AFFE960-1278-4693-9234-09A1182715C3}" presName="sibTrans" presStyleLbl="sibTrans1D1" presStyleIdx="0" presStyleCnt="6"/>
      <dgm:spPr/>
    </dgm:pt>
    <dgm:pt modelId="{A4B8DFE6-F412-405E-BB8F-523DF5C76B5E}" type="pres">
      <dgm:prSet presAssocID="{3AFFE960-1278-4693-9234-09A1182715C3}" presName="connectorText" presStyleLbl="sibTrans1D1" presStyleIdx="0" presStyleCnt="6"/>
      <dgm:spPr/>
    </dgm:pt>
    <dgm:pt modelId="{B1D39955-E942-44C5-ABD4-AFCBF6AA6500}" type="pres">
      <dgm:prSet presAssocID="{03411BCF-5A38-49B1-B286-99105177138A}" presName="node" presStyleLbl="node1" presStyleIdx="1" presStyleCnt="7">
        <dgm:presLayoutVars>
          <dgm:bulletEnabled val="1"/>
        </dgm:presLayoutVars>
      </dgm:prSet>
      <dgm:spPr/>
    </dgm:pt>
    <dgm:pt modelId="{58B48FE6-59CF-4C6C-A93C-382D02894A74}" type="pres">
      <dgm:prSet presAssocID="{1DEA5091-5EE0-481F-9A53-C93460FCA14A}" presName="sibTrans" presStyleLbl="sibTrans1D1" presStyleIdx="1" presStyleCnt="6"/>
      <dgm:spPr/>
    </dgm:pt>
    <dgm:pt modelId="{5765746E-F3AC-4B47-AB88-343E607B1AA3}" type="pres">
      <dgm:prSet presAssocID="{1DEA5091-5EE0-481F-9A53-C93460FCA14A}" presName="connectorText" presStyleLbl="sibTrans1D1" presStyleIdx="1" presStyleCnt="6"/>
      <dgm:spPr/>
    </dgm:pt>
    <dgm:pt modelId="{9575C4B9-0FFB-4762-B5C9-2EDCC02AC301}" type="pres">
      <dgm:prSet presAssocID="{632E7412-09E1-4090-9A64-52FEC253640F}" presName="node" presStyleLbl="node1" presStyleIdx="2" presStyleCnt="7">
        <dgm:presLayoutVars>
          <dgm:bulletEnabled val="1"/>
        </dgm:presLayoutVars>
      </dgm:prSet>
      <dgm:spPr/>
    </dgm:pt>
    <dgm:pt modelId="{2FD0EA48-94DF-4C9F-8DBA-06587C2D2F4B}" type="pres">
      <dgm:prSet presAssocID="{7AF96DAD-24FD-4547-9FF7-B37B6E8C9D95}" presName="sibTrans" presStyleLbl="sibTrans1D1" presStyleIdx="2" presStyleCnt="6"/>
      <dgm:spPr/>
    </dgm:pt>
    <dgm:pt modelId="{CA57BE29-C712-4622-BC8B-95D3D5F65393}" type="pres">
      <dgm:prSet presAssocID="{7AF96DAD-24FD-4547-9FF7-B37B6E8C9D95}" presName="connectorText" presStyleLbl="sibTrans1D1" presStyleIdx="2" presStyleCnt="6"/>
      <dgm:spPr/>
    </dgm:pt>
    <dgm:pt modelId="{B27796B5-BBC6-4304-A356-836E54D7A546}" type="pres">
      <dgm:prSet presAssocID="{B7A52B6C-0A6E-4AA8-BC28-BE3C0CC9D233}" presName="node" presStyleLbl="node1" presStyleIdx="3" presStyleCnt="7">
        <dgm:presLayoutVars>
          <dgm:bulletEnabled val="1"/>
        </dgm:presLayoutVars>
      </dgm:prSet>
      <dgm:spPr/>
    </dgm:pt>
    <dgm:pt modelId="{D645505C-564F-4A05-8150-04B80A7B4492}" type="pres">
      <dgm:prSet presAssocID="{411418E0-8252-4BBC-9669-F6323C3BEECC}" presName="sibTrans" presStyleLbl="sibTrans1D1" presStyleIdx="3" presStyleCnt="6"/>
      <dgm:spPr/>
    </dgm:pt>
    <dgm:pt modelId="{983013ED-4F35-410D-B9D0-8230DC8818DD}" type="pres">
      <dgm:prSet presAssocID="{411418E0-8252-4BBC-9669-F6323C3BEECC}" presName="connectorText" presStyleLbl="sibTrans1D1" presStyleIdx="3" presStyleCnt="6"/>
      <dgm:spPr/>
    </dgm:pt>
    <dgm:pt modelId="{5F5557AD-927B-437C-BE67-504FFA9ABEDA}" type="pres">
      <dgm:prSet presAssocID="{A4E749A2-DFC5-4D48-B26A-69E055F5028C}" presName="node" presStyleLbl="node1" presStyleIdx="4" presStyleCnt="7">
        <dgm:presLayoutVars>
          <dgm:bulletEnabled val="1"/>
        </dgm:presLayoutVars>
      </dgm:prSet>
      <dgm:spPr/>
    </dgm:pt>
    <dgm:pt modelId="{1890C5FC-E745-477A-83E6-F5E3E29E5D42}" type="pres">
      <dgm:prSet presAssocID="{7E3CA3DB-81BF-4602-8F7D-052608B53DB1}" presName="sibTrans" presStyleLbl="sibTrans1D1" presStyleIdx="4" presStyleCnt="6"/>
      <dgm:spPr/>
    </dgm:pt>
    <dgm:pt modelId="{46DF5113-AD82-4C17-8663-18BB6A9C48C3}" type="pres">
      <dgm:prSet presAssocID="{7E3CA3DB-81BF-4602-8F7D-052608B53DB1}" presName="connectorText" presStyleLbl="sibTrans1D1" presStyleIdx="4" presStyleCnt="6"/>
      <dgm:spPr/>
    </dgm:pt>
    <dgm:pt modelId="{AE513CBC-FB22-4C78-8C2E-6499F139D85C}" type="pres">
      <dgm:prSet presAssocID="{B18EE606-897F-4ACB-9EB5-FCEDA62A9923}" presName="node" presStyleLbl="node1" presStyleIdx="5" presStyleCnt="7">
        <dgm:presLayoutVars>
          <dgm:bulletEnabled val="1"/>
        </dgm:presLayoutVars>
      </dgm:prSet>
      <dgm:spPr/>
    </dgm:pt>
    <dgm:pt modelId="{05EBA8D6-B2EE-44FA-A763-70671AE6B5C6}" type="pres">
      <dgm:prSet presAssocID="{B5547A4F-D18D-4DBB-A606-6EEDB83CD2E9}" presName="sibTrans" presStyleLbl="sibTrans1D1" presStyleIdx="5" presStyleCnt="6"/>
      <dgm:spPr/>
    </dgm:pt>
    <dgm:pt modelId="{7D072DAD-E3C7-47CF-B605-7B46CD8FB693}" type="pres">
      <dgm:prSet presAssocID="{B5547A4F-D18D-4DBB-A606-6EEDB83CD2E9}" presName="connectorText" presStyleLbl="sibTrans1D1" presStyleIdx="5" presStyleCnt="6"/>
      <dgm:spPr/>
    </dgm:pt>
    <dgm:pt modelId="{4B6311E3-66DA-4E25-8EDD-E4E4060196EA}" type="pres">
      <dgm:prSet presAssocID="{00908D89-54D5-478A-8CC6-7B9477723C24}" presName="node" presStyleLbl="node1" presStyleIdx="6" presStyleCnt="7">
        <dgm:presLayoutVars>
          <dgm:bulletEnabled val="1"/>
        </dgm:presLayoutVars>
      </dgm:prSet>
      <dgm:spPr/>
    </dgm:pt>
  </dgm:ptLst>
  <dgm:cxnLst>
    <dgm:cxn modelId="{27F8B202-633D-4D9A-BD84-086AA3FD7BBA}" type="presOf" srcId="{7AF96DAD-24FD-4547-9FF7-B37B6E8C9D95}" destId="{CA57BE29-C712-4622-BC8B-95D3D5F65393}" srcOrd="1" destOrd="0" presId="urn:microsoft.com/office/officeart/2016/7/layout/RepeatingBendingProcessNew"/>
    <dgm:cxn modelId="{2185990C-373B-465E-8403-0B2DD1352C41}" type="presOf" srcId="{411418E0-8252-4BBC-9669-F6323C3BEECC}" destId="{983013ED-4F35-410D-B9D0-8230DC8818DD}" srcOrd="1" destOrd="0" presId="urn:microsoft.com/office/officeart/2016/7/layout/RepeatingBendingProcessNew"/>
    <dgm:cxn modelId="{11798A12-8631-4384-AA5E-122C182E4F8F}" type="presOf" srcId="{3AFFE960-1278-4693-9234-09A1182715C3}" destId="{A4B8DFE6-F412-405E-BB8F-523DF5C76B5E}" srcOrd="1" destOrd="0" presId="urn:microsoft.com/office/officeart/2016/7/layout/RepeatingBendingProcessNew"/>
    <dgm:cxn modelId="{000EFB19-726B-4406-A78C-2A337E93B454}" type="presOf" srcId="{B18EE606-897F-4ACB-9EB5-FCEDA62A9923}" destId="{AE513CBC-FB22-4C78-8C2E-6499F139D85C}" srcOrd="0" destOrd="0" presId="urn:microsoft.com/office/officeart/2016/7/layout/RepeatingBendingProcessNew"/>
    <dgm:cxn modelId="{91EDC120-F189-40BF-A250-B660F362BA5A}" srcId="{5244A162-824F-4584-AEC7-9404A9F20184}" destId="{A4E749A2-DFC5-4D48-B26A-69E055F5028C}" srcOrd="4" destOrd="0" parTransId="{0FB3B31C-341C-4F44-AC5A-7EBCA83B622E}" sibTransId="{7E3CA3DB-81BF-4602-8F7D-052608B53DB1}"/>
    <dgm:cxn modelId="{B325AF22-76DC-4471-A53B-15E93D70CAF1}" type="presOf" srcId="{7E3CA3DB-81BF-4602-8F7D-052608B53DB1}" destId="{1890C5FC-E745-477A-83E6-F5E3E29E5D42}" srcOrd="0" destOrd="0" presId="urn:microsoft.com/office/officeart/2016/7/layout/RepeatingBendingProcessNew"/>
    <dgm:cxn modelId="{4119982A-1830-4CC0-8557-487629103F5E}" type="presOf" srcId="{03411BCF-5A38-49B1-B286-99105177138A}" destId="{B1D39955-E942-44C5-ABD4-AFCBF6AA6500}" srcOrd="0" destOrd="0" presId="urn:microsoft.com/office/officeart/2016/7/layout/RepeatingBendingProcessNew"/>
    <dgm:cxn modelId="{C5771830-229D-46CC-82BB-A73C139DEE88}" type="presOf" srcId="{BBEB11C8-3916-4BBB-A9CB-D9531810AA82}" destId="{5473E3D8-3D8F-491B-A348-62CE990E11DB}" srcOrd="0" destOrd="0" presId="urn:microsoft.com/office/officeart/2016/7/layout/RepeatingBendingProcessNew"/>
    <dgm:cxn modelId="{04B37E5D-3CED-4EE3-BCD7-995F879C141F}" type="presOf" srcId="{632E7412-09E1-4090-9A64-52FEC253640F}" destId="{9575C4B9-0FFB-4762-B5C9-2EDCC02AC301}" srcOrd="0" destOrd="0" presId="urn:microsoft.com/office/officeart/2016/7/layout/RepeatingBendingProcessNew"/>
    <dgm:cxn modelId="{59027D41-3EE3-4AC7-9139-771FC547AEA7}" type="presOf" srcId="{B5547A4F-D18D-4DBB-A606-6EEDB83CD2E9}" destId="{05EBA8D6-B2EE-44FA-A763-70671AE6B5C6}" srcOrd="0" destOrd="0" presId="urn:microsoft.com/office/officeart/2016/7/layout/RepeatingBendingProcessNew"/>
    <dgm:cxn modelId="{F89E7567-0F16-43BA-A584-3D20F51D6EBB}" type="presOf" srcId="{1DEA5091-5EE0-481F-9A53-C93460FCA14A}" destId="{5765746E-F3AC-4B47-AB88-343E607B1AA3}" srcOrd="1" destOrd="0" presId="urn:microsoft.com/office/officeart/2016/7/layout/RepeatingBendingProcessNew"/>
    <dgm:cxn modelId="{9D04726C-54B8-42BB-A9EC-36475472BD4F}" type="presOf" srcId="{5244A162-824F-4584-AEC7-9404A9F20184}" destId="{B53CFB51-3722-4153-AB12-71260644C72D}" srcOrd="0" destOrd="0" presId="urn:microsoft.com/office/officeart/2016/7/layout/RepeatingBendingProcessNew"/>
    <dgm:cxn modelId="{D781209F-B776-45E7-9A90-E639E22A226E}" srcId="{5244A162-824F-4584-AEC7-9404A9F20184}" destId="{BBEB11C8-3916-4BBB-A9CB-D9531810AA82}" srcOrd="0" destOrd="0" parTransId="{C31600CD-EFD1-4468-A252-DC51A7EB4919}" sibTransId="{3AFFE960-1278-4693-9234-09A1182715C3}"/>
    <dgm:cxn modelId="{CE0956AE-4CDE-4CEA-8124-1E183E499DFF}" srcId="{5244A162-824F-4584-AEC7-9404A9F20184}" destId="{00908D89-54D5-478A-8CC6-7B9477723C24}" srcOrd="6" destOrd="0" parTransId="{A99C1549-9D5F-4CC4-BA82-A3C7A4012830}" sibTransId="{280800E7-0C6D-4806-B05E-FE4120015839}"/>
    <dgm:cxn modelId="{A1728EB2-7C47-4607-8C78-411D85E93119}" type="presOf" srcId="{7E3CA3DB-81BF-4602-8F7D-052608B53DB1}" destId="{46DF5113-AD82-4C17-8663-18BB6A9C48C3}" srcOrd="1" destOrd="0" presId="urn:microsoft.com/office/officeart/2016/7/layout/RepeatingBendingProcessNew"/>
    <dgm:cxn modelId="{DF670CBA-525C-4348-9731-359E47F811C0}" type="presOf" srcId="{B5547A4F-D18D-4DBB-A606-6EEDB83CD2E9}" destId="{7D072DAD-E3C7-47CF-B605-7B46CD8FB693}" srcOrd="1" destOrd="0" presId="urn:microsoft.com/office/officeart/2016/7/layout/RepeatingBendingProcessNew"/>
    <dgm:cxn modelId="{97C210BE-883B-4910-9D1C-73D60AD632AA}" srcId="{5244A162-824F-4584-AEC7-9404A9F20184}" destId="{B7A52B6C-0A6E-4AA8-BC28-BE3C0CC9D233}" srcOrd="3" destOrd="0" parTransId="{32B0B2EC-03A7-42C8-9281-F90F2A517AD0}" sibTransId="{411418E0-8252-4BBC-9669-F6323C3BEECC}"/>
    <dgm:cxn modelId="{C58D87BE-6035-4689-8327-DE3FAE538BEF}" type="presOf" srcId="{A4E749A2-DFC5-4D48-B26A-69E055F5028C}" destId="{5F5557AD-927B-437C-BE67-504FFA9ABEDA}" srcOrd="0" destOrd="0" presId="urn:microsoft.com/office/officeart/2016/7/layout/RepeatingBendingProcessNew"/>
    <dgm:cxn modelId="{24EFB4C5-A1EF-44B5-8442-1B9242C0FA0D}" type="presOf" srcId="{00908D89-54D5-478A-8CC6-7B9477723C24}" destId="{4B6311E3-66DA-4E25-8EDD-E4E4060196EA}" srcOrd="0" destOrd="0" presId="urn:microsoft.com/office/officeart/2016/7/layout/RepeatingBendingProcessNew"/>
    <dgm:cxn modelId="{94868DD2-3AC5-4C55-9232-F4F11ED38498}" srcId="{5244A162-824F-4584-AEC7-9404A9F20184}" destId="{03411BCF-5A38-49B1-B286-99105177138A}" srcOrd="1" destOrd="0" parTransId="{50C2315C-8B1C-457D-B44C-FACD375EC8C4}" sibTransId="{1DEA5091-5EE0-481F-9A53-C93460FCA14A}"/>
    <dgm:cxn modelId="{1F6C88D9-53EB-48BB-A1C0-6FB999F3BB89}" type="presOf" srcId="{411418E0-8252-4BBC-9669-F6323C3BEECC}" destId="{D645505C-564F-4A05-8150-04B80A7B4492}" srcOrd="0" destOrd="0" presId="urn:microsoft.com/office/officeart/2016/7/layout/RepeatingBendingProcessNew"/>
    <dgm:cxn modelId="{E1C0B9E8-918C-4382-B4AE-6EC1D7745B90}" type="presOf" srcId="{1DEA5091-5EE0-481F-9A53-C93460FCA14A}" destId="{58B48FE6-59CF-4C6C-A93C-382D02894A74}" srcOrd="0" destOrd="0" presId="urn:microsoft.com/office/officeart/2016/7/layout/RepeatingBendingProcessNew"/>
    <dgm:cxn modelId="{74F3EBE9-95EC-464C-B845-45192687E758}" type="presOf" srcId="{B7A52B6C-0A6E-4AA8-BC28-BE3C0CC9D233}" destId="{B27796B5-BBC6-4304-A356-836E54D7A546}" srcOrd="0" destOrd="0" presId="urn:microsoft.com/office/officeart/2016/7/layout/RepeatingBendingProcessNew"/>
    <dgm:cxn modelId="{E30F91EA-DAC2-4D7D-9558-081DDB4EF694}" srcId="{5244A162-824F-4584-AEC7-9404A9F20184}" destId="{B18EE606-897F-4ACB-9EB5-FCEDA62A9923}" srcOrd="5" destOrd="0" parTransId="{7DDF4068-039A-4E67-87CF-6646873291CB}" sibTransId="{B5547A4F-D18D-4DBB-A606-6EEDB83CD2E9}"/>
    <dgm:cxn modelId="{8255AAF1-CE78-4474-948F-6293BEFA3580}" type="presOf" srcId="{7AF96DAD-24FD-4547-9FF7-B37B6E8C9D95}" destId="{2FD0EA48-94DF-4C9F-8DBA-06587C2D2F4B}" srcOrd="0" destOrd="0" presId="urn:microsoft.com/office/officeart/2016/7/layout/RepeatingBendingProcessNew"/>
    <dgm:cxn modelId="{9FF09AFC-0204-4A4C-A259-18A7AE51746C}" type="presOf" srcId="{3AFFE960-1278-4693-9234-09A1182715C3}" destId="{8E40644A-9A59-40F5-82A8-5736F3030322}" srcOrd="0" destOrd="0" presId="urn:microsoft.com/office/officeart/2016/7/layout/RepeatingBendingProcessNew"/>
    <dgm:cxn modelId="{4DC5B2FE-DA46-4C72-B639-2C657C9BEC47}" srcId="{5244A162-824F-4584-AEC7-9404A9F20184}" destId="{632E7412-09E1-4090-9A64-52FEC253640F}" srcOrd="2" destOrd="0" parTransId="{F5E7FCC1-7D53-4946-938D-3E30292AF2D5}" sibTransId="{7AF96DAD-24FD-4547-9FF7-B37B6E8C9D95}"/>
    <dgm:cxn modelId="{06ECA458-0CD0-4719-AB99-F49FA9BD3871}" type="presParOf" srcId="{B53CFB51-3722-4153-AB12-71260644C72D}" destId="{5473E3D8-3D8F-491B-A348-62CE990E11DB}" srcOrd="0" destOrd="0" presId="urn:microsoft.com/office/officeart/2016/7/layout/RepeatingBendingProcessNew"/>
    <dgm:cxn modelId="{71DDE724-6EF9-4736-B024-0A80E9FCDEA9}" type="presParOf" srcId="{B53CFB51-3722-4153-AB12-71260644C72D}" destId="{8E40644A-9A59-40F5-82A8-5736F3030322}" srcOrd="1" destOrd="0" presId="urn:microsoft.com/office/officeart/2016/7/layout/RepeatingBendingProcessNew"/>
    <dgm:cxn modelId="{C0C31443-1145-479E-A5EF-332C1BAA68A0}" type="presParOf" srcId="{8E40644A-9A59-40F5-82A8-5736F3030322}" destId="{A4B8DFE6-F412-405E-BB8F-523DF5C76B5E}" srcOrd="0" destOrd="0" presId="urn:microsoft.com/office/officeart/2016/7/layout/RepeatingBendingProcessNew"/>
    <dgm:cxn modelId="{DAD0BA33-E0C9-4230-A7D7-56FEFBB80C43}" type="presParOf" srcId="{B53CFB51-3722-4153-AB12-71260644C72D}" destId="{B1D39955-E942-44C5-ABD4-AFCBF6AA6500}" srcOrd="2" destOrd="0" presId="urn:microsoft.com/office/officeart/2016/7/layout/RepeatingBendingProcessNew"/>
    <dgm:cxn modelId="{DC56D02C-94BA-460B-B9E3-B7AA3A6A7B6E}" type="presParOf" srcId="{B53CFB51-3722-4153-AB12-71260644C72D}" destId="{58B48FE6-59CF-4C6C-A93C-382D02894A74}" srcOrd="3" destOrd="0" presId="urn:microsoft.com/office/officeart/2016/7/layout/RepeatingBendingProcessNew"/>
    <dgm:cxn modelId="{A7788BF7-B4FC-495A-9D68-BBF58948C1F6}" type="presParOf" srcId="{58B48FE6-59CF-4C6C-A93C-382D02894A74}" destId="{5765746E-F3AC-4B47-AB88-343E607B1AA3}" srcOrd="0" destOrd="0" presId="urn:microsoft.com/office/officeart/2016/7/layout/RepeatingBendingProcessNew"/>
    <dgm:cxn modelId="{35B91B64-9947-4EC4-9083-6D65CEB77AD2}" type="presParOf" srcId="{B53CFB51-3722-4153-AB12-71260644C72D}" destId="{9575C4B9-0FFB-4762-B5C9-2EDCC02AC301}" srcOrd="4" destOrd="0" presId="urn:microsoft.com/office/officeart/2016/7/layout/RepeatingBendingProcessNew"/>
    <dgm:cxn modelId="{604D9468-18FC-4571-B012-8294F2E0B462}" type="presParOf" srcId="{B53CFB51-3722-4153-AB12-71260644C72D}" destId="{2FD0EA48-94DF-4C9F-8DBA-06587C2D2F4B}" srcOrd="5" destOrd="0" presId="urn:microsoft.com/office/officeart/2016/7/layout/RepeatingBendingProcessNew"/>
    <dgm:cxn modelId="{F478E74A-83A3-4296-84C1-4426D9E578B4}" type="presParOf" srcId="{2FD0EA48-94DF-4C9F-8DBA-06587C2D2F4B}" destId="{CA57BE29-C712-4622-BC8B-95D3D5F65393}" srcOrd="0" destOrd="0" presId="urn:microsoft.com/office/officeart/2016/7/layout/RepeatingBendingProcessNew"/>
    <dgm:cxn modelId="{0E0E7D6C-E4FF-43EF-8519-E5D209486E8F}" type="presParOf" srcId="{B53CFB51-3722-4153-AB12-71260644C72D}" destId="{B27796B5-BBC6-4304-A356-836E54D7A546}" srcOrd="6" destOrd="0" presId="urn:microsoft.com/office/officeart/2016/7/layout/RepeatingBendingProcessNew"/>
    <dgm:cxn modelId="{3DA92400-9AFD-4FE4-9BEE-66A29BA97D97}" type="presParOf" srcId="{B53CFB51-3722-4153-AB12-71260644C72D}" destId="{D645505C-564F-4A05-8150-04B80A7B4492}" srcOrd="7" destOrd="0" presId="urn:microsoft.com/office/officeart/2016/7/layout/RepeatingBendingProcessNew"/>
    <dgm:cxn modelId="{86EBEBA1-B924-47FD-BEFF-84FBFDE0DACB}" type="presParOf" srcId="{D645505C-564F-4A05-8150-04B80A7B4492}" destId="{983013ED-4F35-410D-B9D0-8230DC8818DD}" srcOrd="0" destOrd="0" presId="urn:microsoft.com/office/officeart/2016/7/layout/RepeatingBendingProcessNew"/>
    <dgm:cxn modelId="{E3468ECD-975E-4136-BD79-07344737067E}" type="presParOf" srcId="{B53CFB51-3722-4153-AB12-71260644C72D}" destId="{5F5557AD-927B-437C-BE67-504FFA9ABEDA}" srcOrd="8" destOrd="0" presId="urn:microsoft.com/office/officeart/2016/7/layout/RepeatingBendingProcessNew"/>
    <dgm:cxn modelId="{781B06A4-AB63-4C11-B5D8-E318DA77616E}" type="presParOf" srcId="{B53CFB51-3722-4153-AB12-71260644C72D}" destId="{1890C5FC-E745-477A-83E6-F5E3E29E5D42}" srcOrd="9" destOrd="0" presId="urn:microsoft.com/office/officeart/2016/7/layout/RepeatingBendingProcessNew"/>
    <dgm:cxn modelId="{67153672-CBC5-4CE0-AAE9-6DCA49A6A007}" type="presParOf" srcId="{1890C5FC-E745-477A-83E6-F5E3E29E5D42}" destId="{46DF5113-AD82-4C17-8663-18BB6A9C48C3}" srcOrd="0" destOrd="0" presId="urn:microsoft.com/office/officeart/2016/7/layout/RepeatingBendingProcessNew"/>
    <dgm:cxn modelId="{F909AC9A-D9A0-4065-B76B-85A9A2A68932}" type="presParOf" srcId="{B53CFB51-3722-4153-AB12-71260644C72D}" destId="{AE513CBC-FB22-4C78-8C2E-6499F139D85C}" srcOrd="10" destOrd="0" presId="urn:microsoft.com/office/officeart/2016/7/layout/RepeatingBendingProcessNew"/>
    <dgm:cxn modelId="{D53B29DE-BC2B-4CAA-9C63-7144AD29F9E3}" type="presParOf" srcId="{B53CFB51-3722-4153-AB12-71260644C72D}" destId="{05EBA8D6-B2EE-44FA-A763-70671AE6B5C6}" srcOrd="11" destOrd="0" presId="urn:microsoft.com/office/officeart/2016/7/layout/RepeatingBendingProcessNew"/>
    <dgm:cxn modelId="{BBF581A9-1052-470E-96AE-17415A7C3C04}" type="presParOf" srcId="{05EBA8D6-B2EE-44FA-A763-70671AE6B5C6}" destId="{7D072DAD-E3C7-47CF-B605-7B46CD8FB693}" srcOrd="0" destOrd="0" presId="urn:microsoft.com/office/officeart/2016/7/layout/RepeatingBendingProcessNew"/>
    <dgm:cxn modelId="{1719B770-09D5-4925-8D32-A3E180C8DA8B}" type="presParOf" srcId="{B53CFB51-3722-4153-AB12-71260644C72D}" destId="{4B6311E3-66DA-4E25-8EDD-E4E4060196EA}" srcOrd="12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F4BDD9-7D7B-4C12-875F-7FB7ED9C4D11}">
      <dsp:nvSpPr>
        <dsp:cNvPr id="0" name=""/>
        <dsp:cNvSpPr/>
      </dsp:nvSpPr>
      <dsp:spPr>
        <a:xfrm>
          <a:off x="0" y="23712"/>
          <a:ext cx="6910387" cy="15912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4000" b="1" kern="1200"/>
            <a:t>Выполнение вредоносного кода</a:t>
          </a:r>
          <a:endParaRPr lang="en-US" sz="4000" kern="1200"/>
        </a:p>
      </dsp:txBody>
      <dsp:txXfrm>
        <a:off x="77676" y="101388"/>
        <a:ext cx="6755035" cy="1435848"/>
      </dsp:txXfrm>
    </dsp:sp>
    <dsp:sp modelId="{B2218123-B46A-4277-A385-F2758E6CC071}">
      <dsp:nvSpPr>
        <dsp:cNvPr id="0" name=""/>
        <dsp:cNvSpPr/>
      </dsp:nvSpPr>
      <dsp:spPr>
        <a:xfrm>
          <a:off x="0" y="1730112"/>
          <a:ext cx="6910387" cy="1591200"/>
        </a:xfrm>
        <a:prstGeom prst="roundRect">
          <a:avLst/>
        </a:prstGeom>
        <a:gradFill rotWithShape="0">
          <a:gsLst>
            <a:gs pos="0">
              <a:schemeClr val="accent2">
                <a:hueOff val="1408927"/>
                <a:satOff val="-10081"/>
                <a:lumOff val="-589"/>
                <a:alphaOff val="0"/>
                <a:shade val="85000"/>
                <a:satMod val="130000"/>
              </a:schemeClr>
            </a:gs>
            <a:gs pos="34000">
              <a:schemeClr val="accent2">
                <a:hueOff val="1408927"/>
                <a:satOff val="-10081"/>
                <a:lumOff val="-589"/>
                <a:alphaOff val="0"/>
                <a:shade val="87000"/>
                <a:satMod val="125000"/>
              </a:schemeClr>
            </a:gs>
            <a:gs pos="70000">
              <a:schemeClr val="accent2">
                <a:hueOff val="1408927"/>
                <a:satOff val="-10081"/>
                <a:lumOff val="-589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1408927"/>
                <a:satOff val="-10081"/>
                <a:lumOff val="-589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4000" b="1" kern="1200"/>
            <a:t>Компрометация пользовательских данных</a:t>
          </a:r>
          <a:endParaRPr lang="en-US" sz="4000" kern="1200"/>
        </a:p>
      </dsp:txBody>
      <dsp:txXfrm>
        <a:off x="77676" y="1807788"/>
        <a:ext cx="6755035" cy="1435848"/>
      </dsp:txXfrm>
    </dsp:sp>
    <dsp:sp modelId="{308FB659-C494-4244-9E37-6EDF1474F308}">
      <dsp:nvSpPr>
        <dsp:cNvPr id="0" name=""/>
        <dsp:cNvSpPr/>
      </dsp:nvSpPr>
      <dsp:spPr>
        <a:xfrm>
          <a:off x="0" y="3436512"/>
          <a:ext cx="6910387" cy="1591200"/>
        </a:xfrm>
        <a:prstGeom prst="roundRect">
          <a:avLst/>
        </a:prstGeom>
        <a:gradFill rotWithShape="0">
          <a:gsLst>
            <a:gs pos="0">
              <a:schemeClr val="accent2">
                <a:hueOff val="2817853"/>
                <a:satOff val="-20162"/>
                <a:lumOff val="-1177"/>
                <a:alphaOff val="0"/>
                <a:shade val="85000"/>
                <a:satMod val="130000"/>
              </a:schemeClr>
            </a:gs>
            <a:gs pos="34000">
              <a:schemeClr val="accent2">
                <a:hueOff val="2817853"/>
                <a:satOff val="-20162"/>
                <a:lumOff val="-1177"/>
                <a:alphaOff val="0"/>
                <a:shade val="87000"/>
                <a:satMod val="125000"/>
              </a:schemeClr>
            </a:gs>
            <a:gs pos="70000">
              <a:schemeClr val="accent2">
                <a:hueOff val="2817853"/>
                <a:satOff val="-20162"/>
                <a:lumOff val="-1177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817853"/>
                <a:satOff val="-20162"/>
                <a:lumOff val="-1177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4000" b="1" kern="1200"/>
            <a:t>Нарушение целостности системы</a:t>
          </a:r>
          <a:endParaRPr lang="en-US" sz="4000" kern="1200"/>
        </a:p>
      </dsp:txBody>
      <dsp:txXfrm>
        <a:off x="77676" y="3514188"/>
        <a:ext cx="6755035" cy="143584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64EA7E-57A7-4EF1-AF07-D64F6E199B6A}">
      <dsp:nvSpPr>
        <dsp:cNvPr id="0" name=""/>
        <dsp:cNvSpPr/>
      </dsp:nvSpPr>
      <dsp:spPr>
        <a:xfrm>
          <a:off x="929481" y="0"/>
          <a:ext cx="5051424" cy="5051424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23728EA-433B-4D9F-A598-A5251785C440}">
      <dsp:nvSpPr>
        <dsp:cNvPr id="0" name=""/>
        <dsp:cNvSpPr/>
      </dsp:nvSpPr>
      <dsp:spPr>
        <a:xfrm>
          <a:off x="1409366" y="479885"/>
          <a:ext cx="1970055" cy="1970055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b="1" kern="1200" dirty="0"/>
            <a:t>Подмена содержимого обновления</a:t>
          </a:r>
          <a:endParaRPr lang="en-US" sz="1800" kern="1200" dirty="0"/>
        </a:p>
      </dsp:txBody>
      <dsp:txXfrm>
        <a:off x="1505536" y="576055"/>
        <a:ext cx="1777715" cy="1777715"/>
      </dsp:txXfrm>
    </dsp:sp>
    <dsp:sp modelId="{AA102586-96E8-47D9-859F-AAC9C980BE97}">
      <dsp:nvSpPr>
        <dsp:cNvPr id="0" name=""/>
        <dsp:cNvSpPr/>
      </dsp:nvSpPr>
      <dsp:spPr>
        <a:xfrm>
          <a:off x="3530964" y="479885"/>
          <a:ext cx="1970055" cy="1970055"/>
        </a:xfrm>
        <a:prstGeom prst="roundRect">
          <a:avLst/>
        </a:prstGeom>
        <a:gradFill rotWithShape="0">
          <a:gsLst>
            <a:gs pos="0">
              <a:schemeClr val="accent2">
                <a:hueOff val="939284"/>
                <a:satOff val="-6721"/>
                <a:lumOff val="-392"/>
                <a:alphaOff val="0"/>
                <a:shade val="85000"/>
                <a:satMod val="130000"/>
              </a:schemeClr>
            </a:gs>
            <a:gs pos="34000">
              <a:schemeClr val="accent2">
                <a:hueOff val="939284"/>
                <a:satOff val="-6721"/>
                <a:lumOff val="-392"/>
                <a:alphaOff val="0"/>
                <a:shade val="87000"/>
                <a:satMod val="125000"/>
              </a:schemeClr>
            </a:gs>
            <a:gs pos="70000">
              <a:schemeClr val="accent2">
                <a:hueOff val="939284"/>
                <a:satOff val="-6721"/>
                <a:lumOff val="-392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939284"/>
                <a:satOff val="-6721"/>
                <a:lumOff val="-392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b="1" kern="1200"/>
            <a:t>Компрометация механизма подписи</a:t>
          </a:r>
          <a:endParaRPr lang="en-US" sz="1800" kern="1200"/>
        </a:p>
      </dsp:txBody>
      <dsp:txXfrm>
        <a:off x="3627134" y="576055"/>
        <a:ext cx="1777715" cy="1777715"/>
      </dsp:txXfrm>
    </dsp:sp>
    <dsp:sp modelId="{7B4C7831-892B-4A77-AFA7-0DF8DB1BE197}">
      <dsp:nvSpPr>
        <dsp:cNvPr id="0" name=""/>
        <dsp:cNvSpPr/>
      </dsp:nvSpPr>
      <dsp:spPr>
        <a:xfrm>
          <a:off x="1409366" y="2601483"/>
          <a:ext cx="1970055" cy="1970055"/>
        </a:xfrm>
        <a:prstGeom prst="roundRect">
          <a:avLst/>
        </a:prstGeom>
        <a:gradFill rotWithShape="0">
          <a:gsLst>
            <a:gs pos="0">
              <a:schemeClr val="accent2">
                <a:hueOff val="1878569"/>
                <a:satOff val="-13441"/>
                <a:lumOff val="-785"/>
                <a:alphaOff val="0"/>
                <a:shade val="85000"/>
                <a:satMod val="130000"/>
              </a:schemeClr>
            </a:gs>
            <a:gs pos="34000">
              <a:schemeClr val="accent2">
                <a:hueOff val="1878569"/>
                <a:satOff val="-13441"/>
                <a:lumOff val="-785"/>
                <a:alphaOff val="0"/>
                <a:shade val="87000"/>
                <a:satMod val="125000"/>
              </a:schemeClr>
            </a:gs>
            <a:gs pos="70000">
              <a:schemeClr val="accent2">
                <a:hueOff val="1878569"/>
                <a:satOff val="-13441"/>
                <a:lumOff val="-785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1878569"/>
                <a:satOff val="-13441"/>
                <a:lumOff val="-785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b="1" kern="1200"/>
            <a:t>Rollback attack</a:t>
          </a:r>
          <a:endParaRPr lang="en-US" sz="1800" kern="1200"/>
        </a:p>
      </dsp:txBody>
      <dsp:txXfrm>
        <a:off x="1505536" y="2697653"/>
        <a:ext cx="1777715" cy="1777715"/>
      </dsp:txXfrm>
    </dsp:sp>
    <dsp:sp modelId="{9FA4AC8E-F594-4A40-ACF4-5FF33C397BB9}">
      <dsp:nvSpPr>
        <dsp:cNvPr id="0" name=""/>
        <dsp:cNvSpPr/>
      </dsp:nvSpPr>
      <dsp:spPr>
        <a:xfrm>
          <a:off x="3530964" y="2601483"/>
          <a:ext cx="1970055" cy="1970055"/>
        </a:xfrm>
        <a:prstGeom prst="roundRect">
          <a:avLst/>
        </a:prstGeom>
        <a:gradFill rotWithShape="0">
          <a:gsLst>
            <a:gs pos="0">
              <a:schemeClr val="accent2">
                <a:hueOff val="2817853"/>
                <a:satOff val="-20162"/>
                <a:lumOff val="-1177"/>
                <a:alphaOff val="0"/>
                <a:shade val="85000"/>
                <a:satMod val="130000"/>
              </a:schemeClr>
            </a:gs>
            <a:gs pos="34000">
              <a:schemeClr val="accent2">
                <a:hueOff val="2817853"/>
                <a:satOff val="-20162"/>
                <a:lumOff val="-1177"/>
                <a:alphaOff val="0"/>
                <a:shade val="87000"/>
                <a:satMod val="125000"/>
              </a:schemeClr>
            </a:gs>
            <a:gs pos="70000">
              <a:schemeClr val="accent2">
                <a:hueOff val="2817853"/>
                <a:satOff val="-20162"/>
                <a:lumOff val="-1177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2817853"/>
                <a:satOff val="-20162"/>
                <a:lumOff val="-1177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b="1" kern="1200" dirty="0"/>
            <a:t>Использование скомпрометированного ключа</a:t>
          </a:r>
          <a:endParaRPr lang="en-US" sz="1800" kern="1200" dirty="0"/>
        </a:p>
      </dsp:txBody>
      <dsp:txXfrm>
        <a:off x="3627134" y="2697653"/>
        <a:ext cx="1777715" cy="17777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40644A-9A59-40F5-82A8-5736F3030322}">
      <dsp:nvSpPr>
        <dsp:cNvPr id="0" name=""/>
        <dsp:cNvSpPr/>
      </dsp:nvSpPr>
      <dsp:spPr>
        <a:xfrm>
          <a:off x="1997657" y="824840"/>
          <a:ext cx="42805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8056" y="45720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00218" y="868266"/>
        <a:ext cx="22932" cy="4586"/>
      </dsp:txXfrm>
    </dsp:sp>
    <dsp:sp modelId="{5473E3D8-3D8F-491B-A348-62CE990E11DB}">
      <dsp:nvSpPr>
        <dsp:cNvPr id="0" name=""/>
        <dsp:cNvSpPr/>
      </dsp:nvSpPr>
      <dsp:spPr>
        <a:xfrm>
          <a:off x="5297" y="272312"/>
          <a:ext cx="1994159" cy="119649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Контроль целостности — обнаружение подмены payload;</a:t>
          </a:r>
          <a:endParaRPr lang="en-US" sz="1400" kern="1200"/>
        </a:p>
      </dsp:txBody>
      <dsp:txXfrm>
        <a:off x="5297" y="272312"/>
        <a:ext cx="1994159" cy="1196495"/>
      </dsp:txXfrm>
    </dsp:sp>
    <dsp:sp modelId="{58B48FE6-59CF-4C6C-A93C-382D02894A74}">
      <dsp:nvSpPr>
        <dsp:cNvPr id="0" name=""/>
        <dsp:cNvSpPr/>
      </dsp:nvSpPr>
      <dsp:spPr>
        <a:xfrm>
          <a:off x="4450473" y="824840"/>
          <a:ext cx="42805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8056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53035" y="868266"/>
        <a:ext cx="22932" cy="4586"/>
      </dsp:txXfrm>
    </dsp:sp>
    <dsp:sp modelId="{B1D39955-E942-44C5-ABD4-AFCBF6AA6500}">
      <dsp:nvSpPr>
        <dsp:cNvPr id="0" name=""/>
        <dsp:cNvSpPr/>
      </dsp:nvSpPr>
      <dsp:spPr>
        <a:xfrm>
          <a:off x="2458113" y="272312"/>
          <a:ext cx="1994159" cy="1196495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3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3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Цифровые подписи — подтверждение происхождения обновления;</a:t>
          </a:r>
          <a:endParaRPr lang="en-US" sz="1400" kern="1200"/>
        </a:p>
      </dsp:txBody>
      <dsp:txXfrm>
        <a:off x="2458113" y="272312"/>
        <a:ext cx="1994159" cy="1196495"/>
      </dsp:txXfrm>
    </dsp:sp>
    <dsp:sp modelId="{2FD0EA48-94DF-4C9F-8DBA-06587C2D2F4B}">
      <dsp:nvSpPr>
        <dsp:cNvPr id="0" name=""/>
        <dsp:cNvSpPr/>
      </dsp:nvSpPr>
      <dsp:spPr>
        <a:xfrm>
          <a:off x="1002377" y="1467007"/>
          <a:ext cx="4905632" cy="428056"/>
        </a:xfrm>
        <a:custGeom>
          <a:avLst/>
          <a:gdLst/>
          <a:ahLst/>
          <a:cxnLst/>
          <a:rect l="0" t="0" r="0" b="0"/>
          <a:pathLst>
            <a:path>
              <a:moveTo>
                <a:pt x="4905632" y="0"/>
              </a:moveTo>
              <a:lnTo>
                <a:pt x="4905632" y="231128"/>
              </a:lnTo>
              <a:lnTo>
                <a:pt x="0" y="231128"/>
              </a:lnTo>
              <a:lnTo>
                <a:pt x="0" y="428056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32017" y="1678743"/>
        <a:ext cx="246351" cy="4586"/>
      </dsp:txXfrm>
    </dsp:sp>
    <dsp:sp modelId="{9575C4B9-0FFB-4762-B5C9-2EDCC02AC301}">
      <dsp:nvSpPr>
        <dsp:cNvPr id="0" name=""/>
        <dsp:cNvSpPr/>
      </dsp:nvSpPr>
      <dsp:spPr>
        <a:xfrm>
          <a:off x="4910929" y="272312"/>
          <a:ext cx="1994159" cy="1196495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4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4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Политика отзыва — отзыв скомпрометированных ключей;</a:t>
          </a:r>
          <a:endParaRPr lang="en-US" sz="1400" kern="1200"/>
        </a:p>
      </dsp:txBody>
      <dsp:txXfrm>
        <a:off x="4910929" y="272312"/>
        <a:ext cx="1994159" cy="1196495"/>
      </dsp:txXfrm>
    </dsp:sp>
    <dsp:sp modelId="{D645505C-564F-4A05-8150-04B80A7B4492}">
      <dsp:nvSpPr>
        <dsp:cNvPr id="0" name=""/>
        <dsp:cNvSpPr/>
      </dsp:nvSpPr>
      <dsp:spPr>
        <a:xfrm>
          <a:off x="1997657" y="2479992"/>
          <a:ext cx="42805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8056" y="45720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00218" y="2523419"/>
        <a:ext cx="22932" cy="4586"/>
      </dsp:txXfrm>
    </dsp:sp>
    <dsp:sp modelId="{B27796B5-BBC6-4304-A356-836E54D7A546}">
      <dsp:nvSpPr>
        <dsp:cNvPr id="0" name=""/>
        <dsp:cNvSpPr/>
      </dsp:nvSpPr>
      <dsp:spPr>
        <a:xfrm>
          <a:off x="5297" y="1927464"/>
          <a:ext cx="1994159" cy="1196495"/>
        </a:xfrm>
        <a:prstGeom prst="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5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5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Anti-rollback защита — отзыв скомпрометированных ключей;</a:t>
          </a:r>
          <a:endParaRPr lang="en-US" sz="1400" kern="1200"/>
        </a:p>
      </dsp:txBody>
      <dsp:txXfrm>
        <a:off x="5297" y="1927464"/>
        <a:ext cx="1994159" cy="1196495"/>
      </dsp:txXfrm>
    </dsp:sp>
    <dsp:sp modelId="{1890C5FC-E745-477A-83E6-F5E3E29E5D42}">
      <dsp:nvSpPr>
        <dsp:cNvPr id="0" name=""/>
        <dsp:cNvSpPr/>
      </dsp:nvSpPr>
      <dsp:spPr>
        <a:xfrm>
          <a:off x="4450473" y="2479992"/>
          <a:ext cx="42805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28056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653035" y="2523419"/>
        <a:ext cx="22932" cy="4586"/>
      </dsp:txXfrm>
    </dsp:sp>
    <dsp:sp modelId="{5F5557AD-927B-437C-BE67-504FFA9ABEDA}">
      <dsp:nvSpPr>
        <dsp:cNvPr id="0" name=""/>
        <dsp:cNvSpPr/>
      </dsp:nvSpPr>
      <dsp:spPr>
        <a:xfrm>
          <a:off x="2458113" y="1927464"/>
          <a:ext cx="1994159" cy="1196495"/>
        </a:xfrm>
        <a:prstGeom prst="rect">
          <a:avLst/>
        </a:prstGeom>
        <a:gradFill rotWithShape="0">
          <a:gsLst>
            <a:gs pos="0">
              <a:schemeClr val="accent6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6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6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6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Аудит безопасности — журналирование </a:t>
          </a:r>
          <a:r>
            <a:rPr lang="en-US" sz="1400" kern="1200"/>
            <a:t>security</a:t>
          </a:r>
          <a:r>
            <a:rPr lang="ru-RU" sz="1400" kern="1200"/>
            <a:t>-событий;</a:t>
          </a:r>
          <a:endParaRPr lang="en-US" sz="1400" kern="1200"/>
        </a:p>
      </dsp:txBody>
      <dsp:txXfrm>
        <a:off x="2458113" y="1927464"/>
        <a:ext cx="1994159" cy="1196495"/>
      </dsp:txXfrm>
    </dsp:sp>
    <dsp:sp modelId="{05EBA8D6-B2EE-44FA-A763-70671AE6B5C6}">
      <dsp:nvSpPr>
        <dsp:cNvPr id="0" name=""/>
        <dsp:cNvSpPr/>
      </dsp:nvSpPr>
      <dsp:spPr>
        <a:xfrm>
          <a:off x="1002377" y="3122160"/>
          <a:ext cx="4905632" cy="428056"/>
        </a:xfrm>
        <a:custGeom>
          <a:avLst/>
          <a:gdLst/>
          <a:ahLst/>
          <a:cxnLst/>
          <a:rect l="0" t="0" r="0" b="0"/>
          <a:pathLst>
            <a:path>
              <a:moveTo>
                <a:pt x="4905632" y="0"/>
              </a:moveTo>
              <a:lnTo>
                <a:pt x="4905632" y="231128"/>
              </a:lnTo>
              <a:lnTo>
                <a:pt x="0" y="231128"/>
              </a:lnTo>
              <a:lnTo>
                <a:pt x="0" y="428056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32017" y="3333895"/>
        <a:ext cx="246351" cy="4586"/>
      </dsp:txXfrm>
    </dsp:sp>
    <dsp:sp modelId="{AE513CBC-FB22-4C78-8C2E-6499F139D85C}">
      <dsp:nvSpPr>
        <dsp:cNvPr id="0" name=""/>
        <dsp:cNvSpPr/>
      </dsp:nvSpPr>
      <dsp:spPr>
        <a:xfrm>
          <a:off x="4910929" y="1927464"/>
          <a:ext cx="1994159" cy="119649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kern="1200"/>
            <a:t>Политика доверия — контроль допустимых каналов обновления;</a:t>
          </a:r>
          <a:endParaRPr lang="en-US" sz="1400" kern="1200"/>
        </a:p>
      </dsp:txBody>
      <dsp:txXfrm>
        <a:off x="4910929" y="1927464"/>
        <a:ext cx="1994159" cy="1196495"/>
      </dsp:txXfrm>
    </dsp:sp>
    <dsp:sp modelId="{4B6311E3-66DA-4E25-8EDD-E4E4060196EA}">
      <dsp:nvSpPr>
        <dsp:cNvPr id="0" name=""/>
        <dsp:cNvSpPr/>
      </dsp:nvSpPr>
      <dsp:spPr>
        <a:xfrm>
          <a:off x="5297" y="3582617"/>
          <a:ext cx="1994159" cy="1196495"/>
        </a:xfrm>
        <a:prstGeom prst="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3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3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7715" tIns="102570" rIns="97715" bIns="1025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Sandbox </a:t>
          </a:r>
          <a:r>
            <a:rPr lang="ru-RU" sz="1400" kern="1200"/>
            <a:t>среда — предварительное тестирование обновления в изолированной среде.</a:t>
          </a:r>
          <a:endParaRPr lang="en-US" sz="1400" kern="1200"/>
        </a:p>
      </dsp:txBody>
      <dsp:txXfrm>
        <a:off x="5297" y="3582617"/>
        <a:ext cx="1994159" cy="11964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DDED4A-08C1-4F56-8A34-F22551088791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D9C5B8-FDC0-42C9-A4F9-7DA641A742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3094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D37E9-D18D-4C4F-A1F0-1E10840B596B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964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C0EF2-34F1-4EC4-83EF-DB27AABF399C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4944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3CB88A-53AC-4D7E-8AFF-27F101D8F7B3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558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3413A-23BC-4271-8050-2398EE51A947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930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FB08B-91E4-4132-9199-137C10B3B024}" type="datetime1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4876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2F63-56B3-4A1B-A43C-E5613B904168}" type="datetime1">
              <a:rPr lang="ru-RU" smtClean="0"/>
              <a:t>21.05.2026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1478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15A88-5231-4E84-B772-9EEB2D3F3DE6}" type="datetime1">
              <a:rPr lang="ru-RU" smtClean="0"/>
              <a:t>21.05.2026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521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33F83DE-605C-4B4F-851F-EAF36A7F10CC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934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4BF7452-8BE9-41EA-B2B8-89E22BC7C333}" type="datetime1">
              <a:rPr lang="ru-RU" smtClean="0"/>
              <a:t>21.05.2026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5545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C5D63-9E30-4066-BCF6-3998E5B5C1FF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9950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88432-09A5-410D-A84B-EE322C764C98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895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06CAC2A-C85A-4E9A-998E-B58F5FBB13B1}" type="datetime1">
              <a:rPr lang="ru-RU" smtClean="0"/>
              <a:t>21.05.2026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112154A6-695B-45C1-97FF-21A55C307959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22574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1">
            <a:extLst>
              <a:ext uri="{FF2B5EF4-FFF2-40B4-BE49-F238E27FC236}">
                <a16:creationId xmlns:a16="http://schemas.microsoft.com/office/drawing/2014/main" id="{B9855DB3-FE74-4372-A65E-059775BA7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251" y="2075823"/>
            <a:ext cx="11145498" cy="1904271"/>
          </a:xfrm>
        </p:spPr>
        <p:txBody>
          <a:bodyPr>
            <a:noAutofit/>
          </a:bodyPr>
          <a:lstStyle/>
          <a:p>
            <a:pPr algn="ctr"/>
            <a:r>
              <a:rPr lang="ru-RU" sz="3000" b="1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ЗАЧЁТНАЯ РАБОТА</a:t>
            </a:r>
            <a:br>
              <a:rPr lang="en-US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</a:br>
            <a:r>
              <a:rPr lang="ru-RU" sz="3000" b="1" dirty="0">
                <a:latin typeface="Helvetica" pitchFamily="34" charset="0"/>
                <a:ea typeface="Gungsuh" panose="02030600000101010101" pitchFamily="18" charset="-127"/>
                <a:cs typeface="Helvetica" pitchFamily="34" charset="0"/>
              </a:rPr>
              <a:t>Разработка программного контейнера защиты приложения от угрозы использования скомпрометированного доверенного источника обновлений</a:t>
            </a:r>
            <a:endParaRPr lang="ru-RU" sz="3000" b="1" dirty="0">
              <a:solidFill>
                <a:schemeClr val="tx1"/>
              </a:solidFill>
              <a:latin typeface="Helvetica" pitchFamily="34" charset="0"/>
              <a:ea typeface="Gungsuh" panose="02030600000101010101" pitchFamily="18" charset="-127"/>
              <a:cs typeface="Helvetica" pitchFamily="34" charset="0"/>
            </a:endParaRPr>
          </a:p>
        </p:txBody>
      </p:sp>
      <p:sp>
        <p:nvSpPr>
          <p:cNvPr id="13" name="Подзаголовок 3">
            <a:extLst>
              <a:ext uri="{FF2B5EF4-FFF2-40B4-BE49-F238E27FC236}">
                <a16:creationId xmlns:a16="http://schemas.microsoft.com/office/drawing/2014/main" id="{DBA30209-B03D-4926-9971-C0F90B6080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78388" y="5005613"/>
            <a:ext cx="5492280" cy="1008113"/>
          </a:xfrm>
        </p:spPr>
        <p:txBody>
          <a:bodyPr>
            <a:normAutofit/>
          </a:bodyPr>
          <a:lstStyle/>
          <a:p>
            <a:pPr algn="r"/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Выполнил: Маслов А.Н.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Группа ИД23-1</a:t>
            </a:r>
            <a:b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</a:b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Проверил</a:t>
            </a:r>
            <a:r>
              <a:rPr lang="ru-RU" sz="1800" cap="none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: Корнеев </a:t>
            </a:r>
            <a:r>
              <a:rPr lang="ru-RU" sz="1800" cap="none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Н.В</a:t>
            </a:r>
            <a:r>
              <a:rPr lang="ru-RU" sz="1800" dirty="0">
                <a:solidFill>
                  <a:schemeClr val="tx1"/>
                </a:solidFill>
                <a:latin typeface="Helvetica" pitchFamily="34" charset="0"/>
                <a:cs typeface="Helvetica" pitchFamily="34" charset="0"/>
              </a:rPr>
              <a:t>.</a:t>
            </a:r>
          </a:p>
        </p:txBody>
      </p:sp>
      <p:sp>
        <p:nvSpPr>
          <p:cNvPr id="14" name="Заголовок 1">
            <a:extLst>
              <a:ext uri="{FF2B5EF4-FFF2-40B4-BE49-F238E27FC236}">
                <a16:creationId xmlns:a16="http://schemas.microsoft.com/office/drawing/2014/main" id="{3637A1B5-EC37-4D6A-986E-EA7F6FF17091}"/>
              </a:ext>
            </a:extLst>
          </p:cNvPr>
          <p:cNvSpPr txBox="1">
            <a:spLocks/>
          </p:cNvSpPr>
          <p:nvPr/>
        </p:nvSpPr>
        <p:spPr>
          <a:xfrm>
            <a:off x="1" y="313731"/>
            <a:ext cx="11554690" cy="104518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4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Федеральное государственное образовательное бюджетное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учреждение высшего образования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«Финансовый университет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при Правительстве Российской Федерации»</a:t>
            </a:r>
          </a:p>
          <a:p>
            <a:pPr algn="ctr"/>
            <a:r>
              <a:rPr lang="ru-RU" sz="1800" b="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(Финансовый университет)</a:t>
            </a:r>
          </a:p>
        </p:txBody>
      </p:sp>
      <p:sp>
        <p:nvSpPr>
          <p:cNvPr id="15" name="Подзаголовок 3">
            <a:extLst>
              <a:ext uri="{FF2B5EF4-FFF2-40B4-BE49-F238E27FC236}">
                <a16:creationId xmlns:a16="http://schemas.microsoft.com/office/drawing/2014/main" id="{43434B29-5E19-4AA4-AB34-54838E05F8B2}"/>
              </a:ext>
            </a:extLst>
          </p:cNvPr>
          <p:cNvSpPr txBox="1">
            <a:spLocks/>
          </p:cNvSpPr>
          <p:nvPr/>
        </p:nvSpPr>
        <p:spPr>
          <a:xfrm>
            <a:off x="1072670" y="6013726"/>
            <a:ext cx="10316816" cy="440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126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None/>
              <a:defRPr sz="2199" kern="1200" spc="10" baseline="0">
                <a:solidFill>
                  <a:schemeClr val="tx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06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126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21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189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251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5314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2377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199440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6503" indent="0" algn="ctr" defTabSz="914126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None/>
              <a:defRPr sz="1999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Москва </a:t>
            </a:r>
            <a:r>
              <a:rPr lang="en-US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20</a:t>
            </a:r>
            <a:r>
              <a:rPr lang="ru-RU" sz="1800" dirty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26 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A003531-51BF-4404-B3AB-FEEE09BBFFE4}"/>
              </a:ext>
            </a:extLst>
          </p:cNvPr>
          <p:cNvSpPr/>
          <p:nvPr/>
        </p:nvSpPr>
        <p:spPr>
          <a:xfrm>
            <a:off x="2831975" y="1542884"/>
            <a:ext cx="6092825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ru-RU" dirty="0"/>
              <a:t>Кафедра информационных технологий</a:t>
            </a:r>
            <a:endParaRPr lang="ru-RU" sz="1600" dirty="0">
              <a:latin typeface="Helvetica" pitchFamily="2" charset="0"/>
              <a:ea typeface="Times New Roman" panose="02020603050405020304" pitchFamily="18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71BF190-D41F-43AC-A7DF-852237B244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91" y="231658"/>
            <a:ext cx="2267266" cy="893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552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D6A8B0-7077-4502-AB3C-7B126AE91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Краткая характеристика области применения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AF7B1-07FF-40D5-9125-92909701DD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ru-RU" sz="3600" dirty="0"/>
              <a:t>Разрабатываемый программный контейнер предназначен для защиты процесса обновления программного обеспечения от внедрения несанкционированных, повреждённых или скомпрометированных обновлений. Решение должно обеспечивать контроль целостности и подлинности обновлений, а также журналирование событий безопасности.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407072-5A2A-3E65-6379-D38259541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2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1185637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594FB81-1037-413C-B589-0FFC35D73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Область и объект применения</a:t>
            </a:r>
            <a:r>
              <a:rPr lang="en-US" b="1" dirty="0"/>
              <a:t>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BBEE8D-F02F-4539-BE5F-1C52615D0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901152"/>
            <a:ext cx="10058400" cy="4023360"/>
          </a:xfrm>
        </p:spPr>
        <p:txBody>
          <a:bodyPr>
            <a:normAutofit fontScale="92500" lnSpcReduction="10000"/>
          </a:bodyPr>
          <a:lstStyle/>
          <a:p>
            <a:r>
              <a:rPr lang="ru-RU" sz="3200" b="1" dirty="0"/>
              <a:t>Область применения:</a:t>
            </a:r>
            <a:endParaRPr lang="ru-RU" sz="3200" dirty="0"/>
          </a:p>
          <a:p>
            <a:r>
              <a:rPr lang="ru-RU" sz="3200" dirty="0"/>
              <a:t>Информационные системы и приложения, использующие удалённые источники обновлений и требующие дополнительной защиты канала поставки обновлений.</a:t>
            </a:r>
          </a:p>
          <a:p>
            <a:r>
              <a:rPr lang="ru-RU" sz="3200" b="1" dirty="0"/>
              <a:t>Объект применения:</a:t>
            </a:r>
            <a:r>
              <a:rPr lang="ru-RU" sz="3200" dirty="0"/>
              <a:t> </a:t>
            </a:r>
          </a:p>
          <a:p>
            <a:r>
              <a:rPr lang="ru-RU" sz="3200" dirty="0"/>
              <a:t>Объектом применения разрабатываемого программного контейнера является информационная система, в которой реализован механизм получения и установки обновлений из внешнего доверенного источника.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63FF3-CB97-0DBF-BABC-7845E154D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3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3390525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4DD8DB-3370-485A-973C-F645FC3F7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Функциональное и эксплуатационное назначение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ED7E2D-7264-40FF-AF71-E3AA9760B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2400" b="1" dirty="0"/>
              <a:t>Функциональное назначение:</a:t>
            </a:r>
            <a:endParaRPr lang="ru-RU" sz="2400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000" dirty="0"/>
              <a:t>Проверка целостности обновлений;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000" dirty="0"/>
              <a:t>Проверка подлинности источника обновлений;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000" dirty="0"/>
              <a:t>Блокирование установки подозрительных или неподтверждённых обновлений;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000" dirty="0"/>
              <a:t>Ведение журнала событий безопасности;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sz="2000" dirty="0"/>
              <a:t>Возможность централизованного контроля состояния защиты.</a:t>
            </a:r>
          </a:p>
          <a:p>
            <a:pPr marL="0" indent="0">
              <a:buNone/>
            </a:pPr>
            <a:r>
              <a:rPr lang="ru-RU" sz="2400" b="1" dirty="0"/>
              <a:t>Эксплуатационное назначение:</a:t>
            </a:r>
            <a:endParaRPr lang="ru-RU" sz="2400" dirty="0"/>
          </a:p>
          <a:p>
            <a:pPr marL="0" lvl="0" indent="0">
              <a:buNone/>
            </a:pPr>
            <a:r>
              <a:rPr lang="ru-RU" sz="2400" dirty="0"/>
              <a:t>Интеграция в </a:t>
            </a:r>
            <a:r>
              <a:rPr lang="ru-RU" sz="2400" dirty="0" err="1"/>
              <a:t>DevOps</a:t>
            </a:r>
            <a:r>
              <a:rPr lang="ru-RU" sz="2400" dirty="0"/>
              <a:t> окружение как демонстрационный набор контейнеров и компонентов для обучения и тестирования защитных процедур.</a:t>
            </a:r>
          </a:p>
          <a:p>
            <a:pPr marL="457200" indent="-457200">
              <a:buFont typeface="+mj-lt"/>
              <a:buAutoNum type="arabicPeriod"/>
            </a:pPr>
            <a:endParaRPr lang="ru-RU" sz="2800" dirty="0"/>
          </a:p>
          <a:p>
            <a:pPr marL="457200" indent="-457200">
              <a:buFont typeface="+mj-lt"/>
              <a:buAutoNum type="arabicPeriod"/>
            </a:pP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CA6FC9-25C1-9CAB-7661-3D3D6FEFA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4</a:t>
            </a:fld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3550986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C4F45-58EA-4221-8CF3-D7752F9ED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Требования к функциональным характеристикам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822020C-194B-47BC-8E7F-9A8BC6A64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lvl="1"/>
            <a:r>
              <a:rPr lang="ru-RU" sz="5100" dirty="0"/>
              <a:t>Получать сведения об обновлении из доверенного внешнего источника;</a:t>
            </a:r>
          </a:p>
          <a:p>
            <a:pPr lvl="1"/>
            <a:r>
              <a:rPr lang="ru-RU" sz="5100" dirty="0"/>
              <a:t>Анализировать обновления перед применением;</a:t>
            </a:r>
          </a:p>
          <a:p>
            <a:pPr lvl="1"/>
            <a:r>
              <a:rPr lang="ru-RU" sz="5100" dirty="0"/>
              <a:t>Проверять контрольную сумму и цифровую подпись обновления;</a:t>
            </a:r>
          </a:p>
          <a:p>
            <a:pPr lvl="1"/>
            <a:r>
              <a:rPr lang="ru-RU" sz="5100" dirty="0"/>
              <a:t>Поддерживать проверку обновлений по нескольким независимым ключам;</a:t>
            </a:r>
          </a:p>
          <a:p>
            <a:pPr lvl="1"/>
            <a:r>
              <a:rPr lang="ru-RU" sz="5100" dirty="0"/>
              <a:t>Обеспечивать возможность блокировки обновления при нарушении политики безопасности;</a:t>
            </a:r>
          </a:p>
          <a:p>
            <a:pPr lvl="1"/>
            <a:r>
              <a:rPr lang="ru-RU" sz="5100" dirty="0"/>
              <a:t>Ввести журнал событий о проверке, применении и блокировке обновлений;</a:t>
            </a:r>
          </a:p>
          <a:p>
            <a:pPr lvl="1"/>
            <a:r>
              <a:rPr lang="ru-RU" sz="5100" dirty="0"/>
              <a:t>Обеспечивать возможность просмотра состояния защиты и историй событий через интерфейс администратора;</a:t>
            </a:r>
          </a:p>
          <a:p>
            <a:pPr lvl="1"/>
            <a:r>
              <a:rPr lang="ru-RU" sz="5100" dirty="0"/>
              <a:t>Поддерживать демонстрационный сценарий безопасного и небезопасного обновления.</a:t>
            </a:r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C18875-9CB0-D1CA-129F-F62B6BFC9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5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43469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97472-02EF-AC88-4B12-C549FB511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82F5D0-DA57-F7E0-D31F-317AC4A1B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Требования к надежности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9D73896-206A-D995-EBC4-BC823B2DB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lvl="1"/>
            <a:r>
              <a:rPr lang="ru-RU" sz="3500" dirty="0"/>
              <a:t>Корректно обрабатывать ошибки связи с источником обновлений;</a:t>
            </a:r>
            <a:endParaRPr lang="ru-RU" sz="3000" dirty="0"/>
          </a:p>
          <a:p>
            <a:pPr lvl="1"/>
            <a:r>
              <a:rPr lang="ru-RU" sz="3500" dirty="0"/>
              <a:t>Корректно обрабатывать недействительные или неполные данные обновления;</a:t>
            </a:r>
            <a:endParaRPr lang="ru-RU" sz="3000" dirty="0"/>
          </a:p>
          <a:p>
            <a:pPr lvl="1"/>
            <a:r>
              <a:rPr lang="ru-RU" sz="3500" dirty="0"/>
              <a:t>Не допускать выполнения обновления при отсутствии подтверждения подлинности;</a:t>
            </a:r>
            <a:endParaRPr lang="ru-RU" sz="3000" dirty="0"/>
          </a:p>
          <a:p>
            <a:pPr lvl="1"/>
            <a:r>
              <a:rPr lang="ru-RU" sz="3500" dirty="0"/>
              <a:t>Сохранять работоспособность при сбоях отдельных компонентов системы;</a:t>
            </a:r>
            <a:endParaRPr lang="ru-RU" sz="3000" dirty="0"/>
          </a:p>
          <a:p>
            <a:pPr lvl="1"/>
            <a:r>
              <a:rPr lang="ru-RU" sz="3500" dirty="0"/>
              <a:t>Обеспечивать автоматическое восстановление штатной работы после устранения сбоя.</a:t>
            </a:r>
            <a:endParaRPr lang="ru-RU" sz="3000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A47E125-0941-42A6-E2FF-C3852A9A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z="3200" smtClean="0"/>
              <a:t>6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24426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1A06FCB-70B3-467B-844D-FDD1C3170C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E0B762-9105-4DED-9222-53C449CD8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9" y="4550229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>
                <a:solidFill>
                  <a:schemeClr val="tx1">
                    <a:lumMod val="85000"/>
                    <a:lumOff val="15000"/>
                  </a:schemeClr>
                </a:solidFill>
              </a:rPr>
              <a:t>Модель угрозы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3577107-4C26-6D87-8315-43516726359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tretch/>
        </p:blipFill>
        <p:spPr>
          <a:xfrm>
            <a:off x="1650030" y="177151"/>
            <a:ext cx="9007764" cy="4548922"/>
          </a:xfrm>
          <a:prstGeom prst="rect">
            <a:avLst/>
          </a:prstGeom>
          <a:solidFill>
            <a:prstClr val="black">
              <a:lumMod val="50000"/>
              <a:lumOff val="50000"/>
            </a:prstClr>
          </a:solidFill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4389EDA-ED4B-40B2-833A-12EA658E70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490EF7B-4973-4D94-B956-D19466CBB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59BD99A-99E1-4C7A-9BD0-B5BE94D216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CE0F898-56CC-CA88-B0D1-6C5955344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12154A6-695B-45C1-97FF-21A55C307959}" type="slidenum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7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9D667CE-EF75-5E24-C266-7F9C2C3DF4C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7545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1A2DFE5-EF38-4E9F-B3CD-1386050B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04E68ED7-E6C5-0D46-C1FD-50A36F86A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rPr lang="ru-RU" b="1" dirty="0"/>
              <a:t>Возможные последствия атаки</a:t>
            </a:r>
            <a:endParaRPr lang="ru-RU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F543D92-E6B8-4627-9365-AC3067B80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BA7B07AE-457A-42BF-A19C-34559DB55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FF35D9-5272-4E31-8324-21E089F2F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0FBE137-C9A5-5E09-8449-139260B11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2154A6-695B-45C1-97FF-21A55C307959}" type="slidenum">
              <a:rPr lang="ru-RU" smtClean="0"/>
              <a:pPr>
                <a:spcAft>
                  <a:spcPts val="600"/>
                </a:spcAft>
              </a:pPr>
              <a:t>8</a:t>
            </a:fld>
            <a:endParaRPr lang="ru-RU"/>
          </a:p>
        </p:txBody>
      </p:sp>
      <p:graphicFrame>
        <p:nvGraphicFramePr>
          <p:cNvPr id="9" name="Объект 6">
            <a:extLst>
              <a:ext uri="{FF2B5EF4-FFF2-40B4-BE49-F238E27FC236}">
                <a16:creationId xmlns:a16="http://schemas.microsoft.com/office/drawing/2014/main" id="{EEA6227A-CC8F-382B-6D54-88B2FBBF73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2472558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83789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E1A2DFE5-EF38-4E9F-B3CD-1386050B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Заголовок 1">
            <a:extLst>
              <a:ext uri="{FF2B5EF4-FFF2-40B4-BE49-F238E27FC236}">
                <a16:creationId xmlns:a16="http://schemas.microsoft.com/office/drawing/2014/main" id="{45032029-5EB7-4279-900B-90D4E5952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rPr lang="ru-RU" b="1" dirty="0"/>
              <a:t>Основные векторы атак</a:t>
            </a:r>
            <a:endParaRPr lang="ru-RU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543D92-E6B8-4627-9365-AC3067B80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A7B07AE-457A-42BF-A19C-34559DB55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1FF35D9-5272-4E31-8324-21E089F2F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B0815F5-F336-F3A7-34AB-521FAA279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2154A6-695B-45C1-97FF-21A55C307959}" type="slidenum">
              <a:rPr lang="ru-RU" smtClean="0"/>
              <a:pPr>
                <a:spcAft>
                  <a:spcPts val="600"/>
                </a:spcAft>
              </a:pPr>
              <a:t>9</a:t>
            </a:fld>
            <a:endParaRPr lang="ru-RU"/>
          </a:p>
        </p:txBody>
      </p:sp>
      <p:graphicFrame>
        <p:nvGraphicFramePr>
          <p:cNvPr id="20" name="Объект 3">
            <a:extLst>
              <a:ext uri="{FF2B5EF4-FFF2-40B4-BE49-F238E27FC236}">
                <a16:creationId xmlns:a16="http://schemas.microsoft.com/office/drawing/2014/main" id="{5C8B9EA5-90A3-D03D-3E70-2E38EF5719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79810345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75467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9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9" name="Rectangle 11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50" name="Straight Connector 13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C0CDD34-455E-4188-B6E6-C57A40E43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5F59C52-279E-4747-BBA8-1CE04C009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Схема</a:t>
            </a:r>
            <a:r>
              <a:rPr lang="en-US" sz="6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6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защиты</a:t>
            </a:r>
            <a:endParaRPr lang="en-US" sz="6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C3AB5E4-3D75-B8BD-CD50-6AD67355C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1128055"/>
            <a:ext cx="6912217" cy="4078208"/>
          </a:xfrm>
          <a:prstGeom prst="rect">
            <a:avLst/>
          </a:prstGeom>
        </p:spPr>
      </p:pic>
      <p:cxnSp>
        <p:nvCxnSpPr>
          <p:cNvPr id="51" name="Straight Connector 17">
            <a:extLst>
              <a:ext uri="{FF2B5EF4-FFF2-40B4-BE49-F238E27FC236}">
                <a16:creationId xmlns:a16="http://schemas.microsoft.com/office/drawing/2014/main" id="{381C2058-47F2-4937-AFC4-04B58EC1A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4B0E089E-E773-40BF-B966-E1B54156C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6A56A1B-DB74-41DA-B78B-0C762EE7B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20AC2CA-A011-2788-FCC3-F39837BE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12154A6-695B-45C1-97FF-21A55C307959}" type="slidenum">
              <a:rPr lang="en-US" smtClean="0"/>
              <a:pPr defTabSz="914400"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308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1A2DFE5-EF38-4E9F-B3CD-1386050B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CAB311-58CC-0DEC-B8C2-D9F7FB43B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7212" y="634946"/>
            <a:ext cx="3372529" cy="5055904"/>
          </a:xfrm>
        </p:spPr>
        <p:txBody>
          <a:bodyPr anchor="ctr">
            <a:normAutofit/>
          </a:bodyPr>
          <a:lstStyle/>
          <a:p>
            <a:r>
              <a:rPr lang="ru-RU" b="1" dirty="0"/>
              <a:t>Подходы к защите</a:t>
            </a:r>
            <a:endParaRPr lang="ru-RU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F543D92-E6B8-4627-9365-AC3067B80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56978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BA7B07AE-457A-42BF-A19C-34559DB55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FF35D9-5272-4E31-8324-21E089F2F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EF91B91-FC34-EB8F-5767-224E9350E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12154A6-695B-45C1-97FF-21A55C307959}" type="slidenum">
              <a:rPr lang="ru-RU" smtClean="0"/>
              <a:pPr>
                <a:spcAft>
                  <a:spcPts val="600"/>
                </a:spcAft>
              </a:pPr>
              <a:t>11</a:t>
            </a:fld>
            <a:endParaRPr lang="ru-RU"/>
          </a:p>
        </p:txBody>
      </p:sp>
      <p:graphicFrame>
        <p:nvGraphicFramePr>
          <p:cNvPr id="8" name="Объект 2">
            <a:extLst>
              <a:ext uri="{FF2B5EF4-FFF2-40B4-BE49-F238E27FC236}">
                <a16:creationId xmlns:a16="http://schemas.microsoft.com/office/drawing/2014/main" id="{3AD98F01-B7D0-BF10-5FB5-4F994C8E77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8699415"/>
              </p:ext>
            </p:extLst>
          </p:nvPr>
        </p:nvGraphicFramePr>
        <p:xfrm>
          <a:off x="633413" y="639763"/>
          <a:ext cx="6910387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272506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67BD7F-50E0-276A-C3E0-F02C49C0C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CAFD306-2920-404C-B999-9E2F27D54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4904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F1E5DC-AA7D-4137-85CB-A9996A49E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4F3491-8F17-CBB8-62F6-51186F6AC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197" y="5120640"/>
            <a:ext cx="10058400" cy="8229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Архитектура разработанной системы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C4E110D-0FCA-8897-B898-256B9B2DC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080" y="261637"/>
            <a:ext cx="8981479" cy="446828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4C1D2F2E-9C26-4E08-844E-F8FFD06CFE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132DE2C-8E35-EE4D-3C83-5000E8D56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12154A6-695B-45C1-97FF-21A55C307959}" type="slidenum">
              <a:rPr lang="en-US" smtClean="0"/>
              <a:pPr defTabSz="914400">
                <a:spcAft>
                  <a:spcPts val="600"/>
                </a:spcAft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2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2F9EC5C-9D0F-4497-9D4D-77F0D5B1F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418D2F-4747-54D2-D6C2-3AA44E39D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9" y="4550229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Микросервисы</a:t>
            </a:r>
            <a:r>
              <a:rPr lang="en-US" sz="6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в </a:t>
            </a:r>
            <a:r>
              <a:rPr lang="en-US" sz="6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контейнере</a:t>
            </a:r>
            <a:endParaRPr lang="en-US" sz="60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6793A1DB-53CA-EA42-614A-5DAF21E44F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22" r="-1" b="3717"/>
          <a:stretch>
            <a:fillRect/>
          </a:stretch>
        </p:blipFill>
        <p:spPr>
          <a:xfrm>
            <a:off x="635457" y="640080"/>
            <a:ext cx="10916463" cy="360273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C1DD005-0DD7-43EB-A8A4-05DBAF467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B8A5BB8-3387-47C5-9FA6-5ED224F68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BD290E-8711-4995-A866-4ABAE2A18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66FEF9-3725-65A2-88D6-EB28592E6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12154A6-695B-45C1-97FF-21A55C307959}" type="slidenum">
              <a:rPr lang="en-US" smtClean="0"/>
              <a:pPr defTabSz="914400">
                <a:spcAft>
                  <a:spcPts val="600"/>
                </a:spcAft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758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11C41A-DA1A-55D4-91FB-DF6DEE740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1" name="Rectangle 14">
            <a:extLst>
              <a:ext uri="{FF2B5EF4-FFF2-40B4-BE49-F238E27FC236}">
                <a16:creationId xmlns:a16="http://schemas.microsoft.com/office/drawing/2014/main" id="{DC0CDD34-455E-4188-B6E6-C57A40E43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C368A1-0F12-403D-C841-F5490BAF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1110" y="639097"/>
            <a:ext cx="3401961" cy="368601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1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Интерфейс</a:t>
            </a:r>
            <a:r>
              <a:rPr lang="en-US" sz="51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MVP-</a:t>
            </a:r>
            <a:r>
              <a:rPr lang="en-US" sz="51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проекта</a:t>
            </a:r>
            <a:endParaRPr lang="en-US" sz="51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2D9F31C-FBA2-45B2-5B1D-01E3DAA68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999" y="955250"/>
            <a:ext cx="6912217" cy="4423818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81C2058-47F2-4937-AFC4-04B58EC1A0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B0E089E-E773-40BF-B966-E1B54156C3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6A56A1B-DB74-41DA-B78B-0C762EE7B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5E0B771-840C-0325-F878-5A873FB19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12154A6-695B-45C1-97FF-21A55C307959}" type="slidenum">
              <a:rPr lang="en-US" smtClean="0"/>
              <a:pPr defTabSz="914400">
                <a:spcAft>
                  <a:spcPts val="600"/>
                </a:spcAft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577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2F9EC5C-9D0F-4497-9D4D-77F0D5B1FC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C80F0-5B73-205F-1BAD-748E148EC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9" y="4550229"/>
            <a:ext cx="10909073" cy="105765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Интерфейс</a:t>
            </a:r>
            <a:r>
              <a:rPr lang="en-US" sz="5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панели</a:t>
            </a:r>
            <a:r>
              <a:rPr lang="en-US" sz="5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56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администратора</a:t>
            </a:r>
            <a:endParaRPr lang="en-US" sz="56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82A7D9F-FDC8-0D51-765D-25D605C56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794" r="-1" b="14122"/>
          <a:stretch>
            <a:fillRect/>
          </a:stretch>
        </p:blipFill>
        <p:spPr>
          <a:xfrm>
            <a:off x="635457" y="640080"/>
            <a:ext cx="10916463" cy="360273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C1DD005-0DD7-43EB-A8A4-05DBAF467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1086" y="5618770"/>
            <a:ext cx="105156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AB8A5BB8-3387-47C5-9FA6-5ED224F68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BD290E-8711-4995-A866-4ABAE2A18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3A1AF8-EA5E-6CD4-8E03-FE83951CC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900458" y="6459785"/>
            <a:ext cx="1312025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112154A6-695B-45C1-97FF-21A55C307959}" type="slidenum">
              <a:rPr lang="en-US" smtClean="0"/>
              <a:pPr defTabSz="914400">
                <a:spcAft>
                  <a:spcPts val="600"/>
                </a:spcAft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24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0E8B51-F55A-4884-13DA-BEF6F588D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тестов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FB34537-B584-4188-9E30-CDC60FCFA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16</a:t>
            </a:fld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D43B3AB4-6FF8-C452-D1CB-B12A629D1D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5680" y="2064063"/>
            <a:ext cx="10058400" cy="203450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F1CDF1F-FA3C-7490-2FF4-4444F2A400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075" y="4289355"/>
            <a:ext cx="9951609" cy="1682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099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98F4C5-E5B5-20B0-5BD6-30D42FF15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 тестов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ACEEBDB-4C1A-EE09-9B2F-2C2E17070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2154A6-695B-45C1-97FF-21A55C307959}" type="slidenum">
              <a:rPr lang="ru-RU" smtClean="0"/>
              <a:t>17</a:t>
            </a:fld>
            <a:endParaRPr lang="ru-RU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A05085B9-37B5-0173-367A-18944575C8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63270" y="1903479"/>
            <a:ext cx="8940570" cy="2346607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86D5B6F-F130-65C5-77A0-17AB2C0756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638" y="4316622"/>
            <a:ext cx="9123450" cy="2254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162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8">
            <a:extLst>
              <a:ext uri="{FF2B5EF4-FFF2-40B4-BE49-F238E27FC236}">
                <a16:creationId xmlns:a16="http://schemas.microsoft.com/office/drawing/2014/main" id="{1BB4EE85-A405-479E-9C83-3E48159BD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35C1B87F-6563-4FF7-8C9D-5CB1DBDFF4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cxnSp>
        <p:nvCxnSpPr>
          <p:cNvPr id="24" name="Straight Connector 12">
            <a:extLst>
              <a:ext uri="{FF2B5EF4-FFF2-40B4-BE49-F238E27FC236}">
                <a16:creationId xmlns:a16="http://schemas.microsoft.com/office/drawing/2014/main" id="{304EC99D-1813-48E6-8154-EA70159A8D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5" name="Rectangle 14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F07A8B5-6B8A-405D-8BB0-7ABAF5CE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Спасибо</a:t>
            </a:r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за</a:t>
            </a:r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lang="en-US" sz="800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внимание</a:t>
            </a:r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!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18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75811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64B3C"/>
      </a:dk2>
      <a:lt2>
        <a:srgbClr val="ECEDD1"/>
      </a:lt2>
      <a:accent1>
        <a:srgbClr val="93A299"/>
      </a:accent1>
      <a:accent2>
        <a:srgbClr val="CF543F"/>
      </a:accent2>
      <a:accent3>
        <a:srgbClr val="B5AE53"/>
      </a:accent3>
      <a:accent4>
        <a:srgbClr val="848058"/>
      </a:accent4>
      <a:accent5>
        <a:srgbClr val="E8B54D"/>
      </a:accent5>
      <a:accent6>
        <a:srgbClr val="786C71"/>
      </a:accent6>
      <a:hlink>
        <a:srgbClr val="CCCC00"/>
      </a:hlink>
      <a:folHlink>
        <a:srgbClr val="B2B2B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608</TotalTime>
  <Words>440</Words>
  <Application>Microsoft Office PowerPoint</Application>
  <PresentationFormat>Широкоэкранный</PresentationFormat>
  <Paragraphs>82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Aptos</vt:lpstr>
      <vt:lpstr>Arial</vt:lpstr>
      <vt:lpstr>Calibri</vt:lpstr>
      <vt:lpstr>Calibri Light</vt:lpstr>
      <vt:lpstr>Helvetica</vt:lpstr>
      <vt:lpstr>Ретро</vt:lpstr>
      <vt:lpstr>ЗАЧЁТНАЯ РАБОТА Разработка программного контейнера защиты приложения от угрозы использования скомпрометированного доверенного источника обновлений</vt:lpstr>
      <vt:lpstr>Краткая характеристика области применения</vt:lpstr>
      <vt:lpstr>Область и объект применения:</vt:lpstr>
      <vt:lpstr>Функциональное и эксплуатационное назначение</vt:lpstr>
      <vt:lpstr>Требования к функциональным характеристикам</vt:lpstr>
      <vt:lpstr>Требования к надежности</vt:lpstr>
      <vt:lpstr>Модель угрозы</vt:lpstr>
      <vt:lpstr>Возможные последствия атаки</vt:lpstr>
      <vt:lpstr>Основные векторы атак</vt:lpstr>
      <vt:lpstr>Схема защиты</vt:lpstr>
      <vt:lpstr>Подходы к защите</vt:lpstr>
      <vt:lpstr>Архитектура разработанной системы</vt:lpstr>
      <vt:lpstr>Микросервисы в контейнере</vt:lpstr>
      <vt:lpstr>Интерфейс MVP-проекта</vt:lpstr>
      <vt:lpstr>Интерфейс панели администратора</vt:lpstr>
      <vt:lpstr>Результаты тестов </vt:lpstr>
      <vt:lpstr>Результаты тестов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Информационная система «Интернет-кафе»  на платформе 1С:Предприятие 8.3</dc:title>
  <dc:creator>Aknas</dc:creator>
  <cp:lastModifiedBy>Aknas Macefg</cp:lastModifiedBy>
  <cp:revision>21</cp:revision>
  <dcterms:created xsi:type="dcterms:W3CDTF">2021-06-06T23:22:02Z</dcterms:created>
  <dcterms:modified xsi:type="dcterms:W3CDTF">2026-05-21T14:41:50Z</dcterms:modified>
</cp:coreProperties>
</file>