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Slab"/>
      <p:regular r:id="rId14"/>
      <p:bold r:id="rId15"/>
    </p:embeddedFon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bold.fntdata"/><Relationship Id="rId14" Type="http://schemas.openxmlformats.org/officeDocument/2006/relationships/font" Target="fonts/RobotoSlab-regular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56aa92a7c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56aa92a7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56aa92a7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56aa92a7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56aa92a7c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56aa92a7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56aa92a7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56aa92a7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56aa92a7c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56aa92a7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56aa92a7c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56aa92a7c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56aa92a7c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56aa92a7c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Маневр как основная форма боевых действий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ИД23-1 Маслов АН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маневр?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5"/>
            <a:ext cx="4184100" cy="33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Маневр — это организованное передвижение и действия войск (сил) для занятия выгодного положения по отношению к противнику.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200"/>
              <a:t>Цель: Создание условий для его эффективного разгрома.</a:t>
            </a:r>
            <a:endParaRPr sz="2200"/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600" y="1328675"/>
            <a:ext cx="2997450" cy="315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Эволюция роли маневра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Исторически: Маневр часто уступал по значению фронтальному столкновению или позиционной обороне.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XX век — переломный момент: Появление массовых армий, танков, авиации и радиосвязи показало </a:t>
            </a:r>
            <a:r>
              <a:rPr lang="ru" sz="2100"/>
              <a:t>т</a:t>
            </a:r>
            <a:r>
              <a:rPr lang="ru" sz="2100"/>
              <a:t>упик позиционной войны.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Современность: Маневр возведен в ранг основного принципа военного искусства. Без него победа в современной войне невозможна.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типы и способы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501425" y="1440725"/>
            <a:ext cx="3154200" cy="3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Типы: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Оперативный маневр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Стратегический маневр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Тактический манёвр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481175" y="1440725"/>
            <a:ext cx="4386300" cy="3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Способы: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Маневр войсками (частями, подразделениями, другими воинскими формированиями)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Манёвр огнём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Маневр траекториями (полёта ракет, боевых блоков ракет)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Маневр частотами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Маневр материальными средствами и личным составом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виды маневра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87900" y="1594025"/>
            <a:ext cx="3897300" cy="32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Охват: Выход с целью атаки на фланги противника</a:t>
            </a:r>
            <a:r>
              <a:rPr lang="ru" sz="1500"/>
              <a:t>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/>
              <a:t>Обход: Более глу</a:t>
            </a:r>
            <a:r>
              <a:rPr lang="ru" sz="1500"/>
              <a:t>б</a:t>
            </a:r>
            <a:r>
              <a:rPr lang="ru" sz="1500"/>
              <a:t>окий маневр с выходом в тыл противника.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/>
              <a:t>Отход: Организованное оставление позиций для занятия более выгодного рубежа.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/>
              <a:t>Смена позиций: Перемещение для улучшения тактического положения или введения противника в заблуждение.</a:t>
            </a:r>
            <a:endParaRPr sz="1500"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200" y="152400"/>
            <a:ext cx="320882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Требования для успешного маневра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Внезапность: Противник не должен предугадать направление главного удара</a:t>
            </a:r>
            <a:r>
              <a:rPr lang="ru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Высокий темп: Действия должны опережать реакцию противника.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Инициатива: Навязывание своей воли, заставить противника реагировать.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Сосредоточение сил на главном направлении: Создание "кулака" для прорыва.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" sz="2000"/>
              <a:t>Согласованность: Взаимодействие всех родов войск.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500"/>
              <a:t>Маневр не является единственной формой ведения боя, но является </a:t>
            </a:r>
            <a:r>
              <a:rPr lang="ru" sz="2500"/>
              <a:t>неотъемлемой</a:t>
            </a:r>
            <a:r>
              <a:rPr lang="ru" sz="2500"/>
              <a:t> его частью. Современный бой характеризуется сочетанием огня, ударов и маневра , а высокая маневренность указана как одна из ключевых черт современного общевойскового боя.</a:t>
            </a:r>
            <a:endParaRPr sz="2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7626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