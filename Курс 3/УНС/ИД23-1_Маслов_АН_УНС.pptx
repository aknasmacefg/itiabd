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52" d="100"/>
          <a:sy n="52" d="100"/>
        </p:scale>
        <p:origin x="8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6A9AFF-7674-5D1F-B824-E0298EC19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63A996-9D51-6A0C-3634-C522B6FFB6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BEE987-4C7D-8FB8-ABEB-DBD17A615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B69082-D9D5-F3D2-9578-B91007F34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DF08CB-5DBC-9925-2BB2-6A33F9EC2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0672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AD0F-EB12-FF6A-61EF-C88B8736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5D307F-8F40-FB6F-EE8E-2A5AF20890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1C4DFA-2C43-052B-8CFC-3A477FB7A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2F9B68-A376-FBE0-5364-1AA98A0C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658300-7D2F-12D8-259D-4817CD539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378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58FB17-4572-5442-E1A3-EDC9EDD5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2337B6-D078-99CF-C9F0-DC59FBB4E4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E09751-105A-BE37-ACCD-2B6FB66A4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B1DDF1-5711-73CE-04C7-335DB8153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6FDA48-7847-E2E3-0184-23B7524BD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2641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E3D7CB-4F1F-7921-BBFE-E9353C483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C58620-15F4-4D60-F708-4B7C71C3E7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1DD8E9-E29C-79C1-890D-CF2259E58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3971BC9-91B6-95C6-F694-7746BE6A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A0B6430-2167-DAD3-3169-0EB17639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51661D4-3CF0-DE00-F78D-6CAC43A9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57261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765482-2446-B8E1-F075-EF05741D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A237D3C-5544-A6AA-FE48-DD5219C58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B5D0098-364C-3B58-6615-F8B79A525F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FE09A70-6AF6-4834-3DCC-C922B343A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8FAADB9-12E4-721E-0D57-D9E7C7B2DA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772052B-2F75-FC1B-76C9-41A74760A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57F110B-DA06-5664-FD58-2B5D0F39E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25F651-787C-357E-0407-66821A750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537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782FFD-8DF7-1039-53FA-A57C15989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5251A01-EEC1-CDF5-63AF-66E840E67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46B2AC2-6C4C-D5E7-C7E2-F93470D4A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6A9C7D4-A56A-65D3-C247-15B1A1287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984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EB2DEAD-F673-D57A-F75F-A0A9922CB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5724BE1-13A6-1CAD-7608-11D19B1E9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A12E0B-CA61-7D08-254D-B4D09374F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633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102DA1-EF9C-2D3A-6FE1-0BF33B255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50055D-D7BD-5C10-20BA-C3C2E8429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F6BE2DD-8699-FD3E-7755-DE51283B5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2AF479-A258-6FE5-BF49-D1E083453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D52063-0CD7-6FDB-22E3-03CEE3152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D6C0631-49A2-2646-6C8A-DFAF68D0B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211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C79B54-E91F-BAB7-514C-37E9421F5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46F4A28-DFBD-23CD-CE88-C8CD2E264A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CBA378-A9EE-B586-EDD8-221EB884E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2873EAD-461C-E268-16F1-4AF715D96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439867B-5A6E-1CF3-CA80-1FB1CBC24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E09518-FCC1-A9FD-987C-79B44AF60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57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71376C-18E5-7452-EA22-10A0385E2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022D734-B63B-C917-5545-5FFA7311AB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9C4892-A5FC-A183-62BE-5095EF2C1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570B88-68DC-06BC-63BE-80271E85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1B18A4-5252-22E9-30D6-871488BE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670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49DC8D7-F9C0-3223-3E1F-BA123221EE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EF6645A-E8C6-AA47-A633-2D91963D6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264C90C-5290-BCD4-62EB-9A1CD3FA0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D4238E9-D8FC-421C-F230-3DA3903FB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10F6DC-7077-9F44-BD8C-25AF8D31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931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75A35-C698-BD85-E953-620F8553A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2F2740-9693-11FF-4D5A-26E1668AB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0E72E8-7A53-3517-8404-053093C3C1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5ECD92-1D4B-4C92-88C6-1BDE7FDE9838}" type="datetimeFigureOut">
              <a:rPr lang="ru-RU" smtClean="0"/>
              <a:t>31.03.2026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F7BAE56-CB51-E850-249C-1267C772A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6701C06-B9D3-F700-D896-5020BF77B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2704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Использование больших языковых моделей в сфере образования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endParaRPr lang="ru-RU" sz="1800" dirty="0">
              <a:solidFill>
                <a:schemeClr val="tx1"/>
              </a:solidFill>
              <a:latin typeface="Helvetica" pitchFamily="34" charset="0"/>
              <a:cs typeface="Helvetica" pitchFamily="34" charset="0"/>
            </a:endParaRP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1" y="31373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25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86569E-538A-A157-46E5-E1368B699E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59A811-8C1F-0E52-F6E1-58C7B33800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835301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42</Words>
  <Application>Microsoft Office PowerPoint</Application>
  <PresentationFormat>Широкоэкранный</PresentationFormat>
  <Paragraphs>9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Helvetica</vt:lpstr>
      <vt:lpstr>Тема Office</vt:lpstr>
      <vt:lpstr>Использование больших языковых моделей в сфере образования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Aknas Macefg</dc:creator>
  <cp:lastModifiedBy>Aknas Macefg</cp:lastModifiedBy>
  <cp:revision>2</cp:revision>
  <dcterms:created xsi:type="dcterms:W3CDTF">2026-03-31T13:14:27Z</dcterms:created>
  <dcterms:modified xsi:type="dcterms:W3CDTF">2026-03-31T15:57:36Z</dcterms:modified>
</cp:coreProperties>
</file>