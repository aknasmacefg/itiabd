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7" r:id="rId2"/>
    <p:sldId id="256" r:id="rId3"/>
    <p:sldId id="258" r:id="rId4"/>
    <p:sldId id="266" r:id="rId5"/>
    <p:sldId id="259" r:id="rId6"/>
    <p:sldId id="262" r:id="rId7"/>
    <p:sldId id="261" r:id="rId8"/>
    <p:sldId id="263" r:id="rId9"/>
    <p:sldId id="264" r:id="rId10"/>
    <p:sldId id="265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D1D930D-C9CD-41DA-9AAA-E85B5C7914BF}" type="doc">
      <dgm:prSet loTypeId="urn:microsoft.com/office/officeart/2005/8/layout/hierarchy1" loCatId="hierarchy" qsTypeId="urn:microsoft.com/office/officeart/2005/8/quickstyle/simple2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95D54A8F-87D1-48A9-9AD4-C23424B0533B}">
      <dgm:prSet custT="1"/>
      <dgm:spPr/>
      <dgm:t>
        <a:bodyPr/>
        <a:lstStyle/>
        <a:p>
          <a:r>
            <a:rPr lang="ru-RU" sz="2400" baseline="0" dirty="0"/>
            <a:t>Обзор выполнен на основе анализа научных статей российских авторов, опубликованных в 2023–2025 гг. </a:t>
          </a:r>
          <a:endParaRPr lang="en-US" sz="2400" dirty="0"/>
        </a:p>
      </dgm:t>
    </dgm:pt>
    <dgm:pt modelId="{7A5A61F7-EE89-4698-91B6-9C7AC3ED7F1B}" type="parTrans" cxnId="{C52F8E0C-2BD5-4B44-AD07-D6007427A214}">
      <dgm:prSet/>
      <dgm:spPr/>
      <dgm:t>
        <a:bodyPr/>
        <a:lstStyle/>
        <a:p>
          <a:endParaRPr lang="en-US"/>
        </a:p>
      </dgm:t>
    </dgm:pt>
    <dgm:pt modelId="{1938EF29-B600-4CFD-9884-B22CA08A6B60}" type="sibTrans" cxnId="{C52F8E0C-2BD5-4B44-AD07-D6007427A214}">
      <dgm:prSet/>
      <dgm:spPr/>
      <dgm:t>
        <a:bodyPr/>
        <a:lstStyle/>
        <a:p>
          <a:endParaRPr lang="en-US"/>
        </a:p>
      </dgm:t>
    </dgm:pt>
    <dgm:pt modelId="{9B2A61E6-0522-4AF9-ACD2-127DF0132842}">
      <dgm:prSet custT="1"/>
      <dgm:spPr/>
      <dgm:t>
        <a:bodyPr/>
        <a:lstStyle/>
        <a:p>
          <a:r>
            <a:rPr lang="ru-RU" sz="2000" baseline="0" dirty="0"/>
            <a:t>Поиск источников осуществлялся по ключевым словам «большие языковые модели», «ChatGPT», «искусственный интеллект в образовании», «цифровые образовательные технологии». </a:t>
          </a:r>
          <a:endParaRPr lang="en-US" sz="2000" dirty="0"/>
        </a:p>
      </dgm:t>
    </dgm:pt>
    <dgm:pt modelId="{28EA9F90-9044-4D65-8CD9-0B24178492B2}" type="parTrans" cxnId="{4A109A72-73B2-49E0-8EF5-37E9FA082455}">
      <dgm:prSet/>
      <dgm:spPr/>
      <dgm:t>
        <a:bodyPr/>
        <a:lstStyle/>
        <a:p>
          <a:endParaRPr lang="en-US"/>
        </a:p>
      </dgm:t>
    </dgm:pt>
    <dgm:pt modelId="{CDE9D242-A577-4BAA-9A25-1DCD305BF32D}" type="sibTrans" cxnId="{4A109A72-73B2-49E0-8EF5-37E9FA082455}">
      <dgm:prSet/>
      <dgm:spPr/>
      <dgm:t>
        <a:bodyPr/>
        <a:lstStyle/>
        <a:p>
          <a:endParaRPr lang="en-US"/>
        </a:p>
      </dgm:t>
    </dgm:pt>
    <dgm:pt modelId="{65A20036-9D2C-4015-8D55-1739FBFCD998}" type="pres">
      <dgm:prSet presAssocID="{9D1D930D-C9CD-41DA-9AAA-E85B5C7914BF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34AAA62-BA2F-4FFE-A6A7-A84664A06F8E}" type="pres">
      <dgm:prSet presAssocID="{95D54A8F-87D1-48A9-9AD4-C23424B0533B}" presName="hierRoot1" presStyleCnt="0"/>
      <dgm:spPr/>
    </dgm:pt>
    <dgm:pt modelId="{42E3BBB2-E305-4ECA-83AC-EB5FD4789E0A}" type="pres">
      <dgm:prSet presAssocID="{95D54A8F-87D1-48A9-9AD4-C23424B0533B}" presName="composite" presStyleCnt="0"/>
      <dgm:spPr/>
    </dgm:pt>
    <dgm:pt modelId="{0F2B0639-A70E-4E63-86E9-D86667E51978}" type="pres">
      <dgm:prSet presAssocID="{95D54A8F-87D1-48A9-9AD4-C23424B0533B}" presName="background" presStyleLbl="node0" presStyleIdx="0" presStyleCnt="2"/>
      <dgm:spPr/>
    </dgm:pt>
    <dgm:pt modelId="{37EB29A8-76B6-42FC-A0C9-AA244777BE04}" type="pres">
      <dgm:prSet presAssocID="{95D54A8F-87D1-48A9-9AD4-C23424B0533B}" presName="text" presStyleLbl="fgAcc0" presStyleIdx="0" presStyleCnt="2">
        <dgm:presLayoutVars>
          <dgm:chPref val="3"/>
        </dgm:presLayoutVars>
      </dgm:prSet>
      <dgm:spPr/>
    </dgm:pt>
    <dgm:pt modelId="{54EB81DB-459B-4278-AA56-C15089ABA356}" type="pres">
      <dgm:prSet presAssocID="{95D54A8F-87D1-48A9-9AD4-C23424B0533B}" presName="hierChild2" presStyleCnt="0"/>
      <dgm:spPr/>
    </dgm:pt>
    <dgm:pt modelId="{C59E5108-F7E4-4EB2-8773-0E486CD9C507}" type="pres">
      <dgm:prSet presAssocID="{9B2A61E6-0522-4AF9-ACD2-127DF0132842}" presName="hierRoot1" presStyleCnt="0"/>
      <dgm:spPr/>
    </dgm:pt>
    <dgm:pt modelId="{1E1F7B84-3017-43BE-8147-74917A37EBBB}" type="pres">
      <dgm:prSet presAssocID="{9B2A61E6-0522-4AF9-ACD2-127DF0132842}" presName="composite" presStyleCnt="0"/>
      <dgm:spPr/>
    </dgm:pt>
    <dgm:pt modelId="{83E61061-DDAE-496A-9341-6741F0EEEBD1}" type="pres">
      <dgm:prSet presAssocID="{9B2A61E6-0522-4AF9-ACD2-127DF0132842}" presName="background" presStyleLbl="node0" presStyleIdx="1" presStyleCnt="2"/>
      <dgm:spPr/>
    </dgm:pt>
    <dgm:pt modelId="{FEF1E6D4-BCB3-4661-8616-DCA652A686F2}" type="pres">
      <dgm:prSet presAssocID="{9B2A61E6-0522-4AF9-ACD2-127DF0132842}" presName="text" presStyleLbl="fgAcc0" presStyleIdx="1" presStyleCnt="2">
        <dgm:presLayoutVars>
          <dgm:chPref val="3"/>
        </dgm:presLayoutVars>
      </dgm:prSet>
      <dgm:spPr/>
    </dgm:pt>
    <dgm:pt modelId="{0F2E3F49-137D-43C4-A5AA-AEC7EF24053A}" type="pres">
      <dgm:prSet presAssocID="{9B2A61E6-0522-4AF9-ACD2-127DF0132842}" presName="hierChild2" presStyleCnt="0"/>
      <dgm:spPr/>
    </dgm:pt>
  </dgm:ptLst>
  <dgm:cxnLst>
    <dgm:cxn modelId="{C52F8E0C-2BD5-4B44-AD07-D6007427A214}" srcId="{9D1D930D-C9CD-41DA-9AAA-E85B5C7914BF}" destId="{95D54A8F-87D1-48A9-9AD4-C23424B0533B}" srcOrd="0" destOrd="0" parTransId="{7A5A61F7-EE89-4698-91B6-9C7AC3ED7F1B}" sibTransId="{1938EF29-B600-4CFD-9884-B22CA08A6B60}"/>
    <dgm:cxn modelId="{4A109A72-73B2-49E0-8EF5-37E9FA082455}" srcId="{9D1D930D-C9CD-41DA-9AAA-E85B5C7914BF}" destId="{9B2A61E6-0522-4AF9-ACD2-127DF0132842}" srcOrd="1" destOrd="0" parTransId="{28EA9F90-9044-4D65-8CD9-0B24178492B2}" sibTransId="{CDE9D242-A577-4BAA-9A25-1DCD305BF32D}"/>
    <dgm:cxn modelId="{6EB16756-A545-43D1-8AFD-B3C2CACFED6A}" type="presOf" srcId="{9D1D930D-C9CD-41DA-9AAA-E85B5C7914BF}" destId="{65A20036-9D2C-4015-8D55-1739FBFCD998}" srcOrd="0" destOrd="0" presId="urn:microsoft.com/office/officeart/2005/8/layout/hierarchy1"/>
    <dgm:cxn modelId="{23B9E0C6-68D3-43AD-BA33-3818355C30A0}" type="presOf" srcId="{95D54A8F-87D1-48A9-9AD4-C23424B0533B}" destId="{37EB29A8-76B6-42FC-A0C9-AA244777BE04}" srcOrd="0" destOrd="0" presId="urn:microsoft.com/office/officeart/2005/8/layout/hierarchy1"/>
    <dgm:cxn modelId="{97FBA4D2-511C-424B-8CDE-73506C56CE85}" type="presOf" srcId="{9B2A61E6-0522-4AF9-ACD2-127DF0132842}" destId="{FEF1E6D4-BCB3-4661-8616-DCA652A686F2}" srcOrd="0" destOrd="0" presId="urn:microsoft.com/office/officeart/2005/8/layout/hierarchy1"/>
    <dgm:cxn modelId="{01EBD4D3-51AA-441D-90B6-D009254C643F}" type="presParOf" srcId="{65A20036-9D2C-4015-8D55-1739FBFCD998}" destId="{534AAA62-BA2F-4FFE-A6A7-A84664A06F8E}" srcOrd="0" destOrd="0" presId="urn:microsoft.com/office/officeart/2005/8/layout/hierarchy1"/>
    <dgm:cxn modelId="{343DC665-4923-4555-BF27-3D939E5447F4}" type="presParOf" srcId="{534AAA62-BA2F-4FFE-A6A7-A84664A06F8E}" destId="{42E3BBB2-E305-4ECA-83AC-EB5FD4789E0A}" srcOrd="0" destOrd="0" presId="urn:microsoft.com/office/officeart/2005/8/layout/hierarchy1"/>
    <dgm:cxn modelId="{06D256EC-2D23-4CC0-A888-B88EC08631D0}" type="presParOf" srcId="{42E3BBB2-E305-4ECA-83AC-EB5FD4789E0A}" destId="{0F2B0639-A70E-4E63-86E9-D86667E51978}" srcOrd="0" destOrd="0" presId="urn:microsoft.com/office/officeart/2005/8/layout/hierarchy1"/>
    <dgm:cxn modelId="{7D9BE945-46B1-4E87-985A-62259982D3DD}" type="presParOf" srcId="{42E3BBB2-E305-4ECA-83AC-EB5FD4789E0A}" destId="{37EB29A8-76B6-42FC-A0C9-AA244777BE04}" srcOrd="1" destOrd="0" presId="urn:microsoft.com/office/officeart/2005/8/layout/hierarchy1"/>
    <dgm:cxn modelId="{F7CBB227-1398-4645-BDCC-6477DDF09D72}" type="presParOf" srcId="{534AAA62-BA2F-4FFE-A6A7-A84664A06F8E}" destId="{54EB81DB-459B-4278-AA56-C15089ABA356}" srcOrd="1" destOrd="0" presId="urn:microsoft.com/office/officeart/2005/8/layout/hierarchy1"/>
    <dgm:cxn modelId="{D5AB0AA8-C595-4D02-BAC1-2B23341EF43E}" type="presParOf" srcId="{65A20036-9D2C-4015-8D55-1739FBFCD998}" destId="{C59E5108-F7E4-4EB2-8773-0E486CD9C507}" srcOrd="1" destOrd="0" presId="urn:microsoft.com/office/officeart/2005/8/layout/hierarchy1"/>
    <dgm:cxn modelId="{7AAC931F-BED0-4CA5-81C6-0FC071A81121}" type="presParOf" srcId="{C59E5108-F7E4-4EB2-8773-0E486CD9C507}" destId="{1E1F7B84-3017-43BE-8147-74917A37EBBB}" srcOrd="0" destOrd="0" presId="urn:microsoft.com/office/officeart/2005/8/layout/hierarchy1"/>
    <dgm:cxn modelId="{11BF31D3-D3E8-44CA-96AF-1976DEB87FB5}" type="presParOf" srcId="{1E1F7B84-3017-43BE-8147-74917A37EBBB}" destId="{83E61061-DDAE-496A-9341-6741F0EEEBD1}" srcOrd="0" destOrd="0" presId="urn:microsoft.com/office/officeart/2005/8/layout/hierarchy1"/>
    <dgm:cxn modelId="{46356799-E6EE-4F26-A247-9C5875FF7907}" type="presParOf" srcId="{1E1F7B84-3017-43BE-8147-74917A37EBBB}" destId="{FEF1E6D4-BCB3-4661-8616-DCA652A686F2}" srcOrd="1" destOrd="0" presId="urn:microsoft.com/office/officeart/2005/8/layout/hierarchy1"/>
    <dgm:cxn modelId="{14AE55A2-223B-44DC-ACCC-F54216233BC5}" type="presParOf" srcId="{C59E5108-F7E4-4EB2-8773-0E486CD9C507}" destId="{0F2E3F49-137D-43C4-A5AA-AEC7EF24053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D5BCFB2-99C9-4B96-A7F6-DC9038C63060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9EB5ADCB-8B6E-4BE7-9D15-7CF5FB658D9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ru-RU" sz="2800" b="0" i="0" dirty="0"/>
            <a:t>персонализация обучения</a:t>
          </a:r>
          <a:endParaRPr lang="en-US" sz="2800" b="0" dirty="0"/>
        </a:p>
      </dgm:t>
    </dgm:pt>
    <dgm:pt modelId="{175B6F52-0913-4B22-90C0-729DBC98713F}" type="parTrans" cxnId="{888D44D7-C931-4B1F-B8A0-2370EAB3B590}">
      <dgm:prSet/>
      <dgm:spPr/>
      <dgm:t>
        <a:bodyPr/>
        <a:lstStyle/>
        <a:p>
          <a:endParaRPr lang="en-US"/>
        </a:p>
      </dgm:t>
    </dgm:pt>
    <dgm:pt modelId="{8CFCE8DB-32CD-4511-BCB0-FA7BC503953E}" type="sibTrans" cxnId="{888D44D7-C931-4B1F-B8A0-2370EAB3B590}">
      <dgm:prSet/>
      <dgm:spPr/>
      <dgm:t>
        <a:bodyPr/>
        <a:lstStyle/>
        <a:p>
          <a:endParaRPr lang="en-US"/>
        </a:p>
      </dgm:t>
    </dgm:pt>
    <dgm:pt modelId="{E8D78DE8-574D-42DA-AA0B-21BAC6FC4CA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ru-RU" sz="2800" b="0" i="0" dirty="0"/>
            <a:t>автоматизация рутинных задач преподавателя</a:t>
          </a:r>
          <a:endParaRPr lang="en-US" sz="2800" b="0" dirty="0"/>
        </a:p>
      </dgm:t>
    </dgm:pt>
    <dgm:pt modelId="{65012946-E927-4817-8C2B-36638405C720}" type="parTrans" cxnId="{3F950FB1-FD02-475F-8F9C-BCE8A6552158}">
      <dgm:prSet/>
      <dgm:spPr/>
      <dgm:t>
        <a:bodyPr/>
        <a:lstStyle/>
        <a:p>
          <a:endParaRPr lang="en-US"/>
        </a:p>
      </dgm:t>
    </dgm:pt>
    <dgm:pt modelId="{1E739F8F-2351-4FCF-9CD2-ED9B9E95C2CF}" type="sibTrans" cxnId="{3F950FB1-FD02-475F-8F9C-BCE8A6552158}">
      <dgm:prSet/>
      <dgm:spPr/>
      <dgm:t>
        <a:bodyPr/>
        <a:lstStyle/>
        <a:p>
          <a:endParaRPr lang="en-US"/>
        </a:p>
      </dgm:t>
    </dgm:pt>
    <dgm:pt modelId="{E1753BCB-0D29-4ADE-BF04-E589322BF954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ru-RU" b="0" i="0" dirty="0"/>
            <a:t>поддержка письменной и исследовательской работы студентов</a:t>
          </a:r>
          <a:endParaRPr lang="ru-RU" b="0" dirty="0"/>
        </a:p>
      </dgm:t>
    </dgm:pt>
    <dgm:pt modelId="{A85B34FC-EF4D-4DD2-AE6E-F67C1719B88B}" type="parTrans" cxnId="{6C4A58E7-5DC1-4DF2-B4DE-10F2CFFD1E0F}">
      <dgm:prSet/>
      <dgm:spPr/>
      <dgm:t>
        <a:bodyPr/>
        <a:lstStyle/>
        <a:p>
          <a:endParaRPr lang="ru-RU"/>
        </a:p>
      </dgm:t>
    </dgm:pt>
    <dgm:pt modelId="{EF1D7480-ED0A-431F-B155-2571225E603E}" type="sibTrans" cxnId="{6C4A58E7-5DC1-4DF2-B4DE-10F2CFFD1E0F}">
      <dgm:prSet/>
      <dgm:spPr/>
      <dgm:t>
        <a:bodyPr/>
        <a:lstStyle/>
        <a:p>
          <a:endParaRPr lang="ru-RU"/>
        </a:p>
      </dgm:t>
    </dgm:pt>
    <dgm:pt modelId="{77337821-CFB8-422A-A5BD-F5C874401CD9}" type="pres">
      <dgm:prSet presAssocID="{AD5BCFB2-99C9-4B96-A7F6-DC9038C63060}" presName="root" presStyleCnt="0">
        <dgm:presLayoutVars>
          <dgm:dir/>
          <dgm:resizeHandles val="exact"/>
        </dgm:presLayoutVars>
      </dgm:prSet>
      <dgm:spPr/>
    </dgm:pt>
    <dgm:pt modelId="{7ECB6E58-2421-43C9-9762-D914E502574B}" type="pres">
      <dgm:prSet presAssocID="{9EB5ADCB-8B6E-4BE7-9D15-7CF5FB658D94}" presName="compNode" presStyleCnt="0"/>
      <dgm:spPr/>
    </dgm:pt>
    <dgm:pt modelId="{35B6D5B5-7F05-4419-89E9-908787F814E1}" type="pres">
      <dgm:prSet presAssocID="{9EB5ADCB-8B6E-4BE7-9D15-7CF5FB658D94}" presName="bgRect" presStyleLbl="bgShp" presStyleIdx="0" presStyleCnt="3" custLinFactNeighborX="-408"/>
      <dgm:spPr/>
    </dgm:pt>
    <dgm:pt modelId="{AD12AB43-74A3-434C-9E82-87423BC4A22A}" type="pres">
      <dgm:prSet presAssocID="{9EB5ADCB-8B6E-4BE7-9D15-7CF5FB658D94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Схема со сплошной заливкой"/>
        </a:ext>
      </dgm:extLst>
    </dgm:pt>
    <dgm:pt modelId="{F5FDFBDE-BB4D-4A4D-8502-A5C1667EFA9C}" type="pres">
      <dgm:prSet presAssocID="{9EB5ADCB-8B6E-4BE7-9D15-7CF5FB658D94}" presName="spaceRect" presStyleCnt="0"/>
      <dgm:spPr/>
    </dgm:pt>
    <dgm:pt modelId="{2068F52B-DFBF-4129-B41F-714C6ACD11C7}" type="pres">
      <dgm:prSet presAssocID="{9EB5ADCB-8B6E-4BE7-9D15-7CF5FB658D94}" presName="parTx" presStyleLbl="revTx" presStyleIdx="0" presStyleCnt="3">
        <dgm:presLayoutVars>
          <dgm:chMax val="0"/>
          <dgm:chPref val="0"/>
        </dgm:presLayoutVars>
      </dgm:prSet>
      <dgm:spPr/>
    </dgm:pt>
    <dgm:pt modelId="{718F70A1-8BAA-45DA-8859-659F8491C305}" type="pres">
      <dgm:prSet presAssocID="{8CFCE8DB-32CD-4511-BCB0-FA7BC503953E}" presName="sibTrans" presStyleCnt="0"/>
      <dgm:spPr/>
    </dgm:pt>
    <dgm:pt modelId="{7D5F8FA7-5E6A-4554-B88C-05D7894E45C9}" type="pres">
      <dgm:prSet presAssocID="{E8D78DE8-574D-42DA-AA0B-21BAC6FC4CAF}" presName="compNode" presStyleCnt="0"/>
      <dgm:spPr/>
    </dgm:pt>
    <dgm:pt modelId="{F8636798-32E4-4AB8-A2CC-A6909531EA94}" type="pres">
      <dgm:prSet presAssocID="{E8D78DE8-574D-42DA-AA0B-21BAC6FC4CAF}" presName="bgRect" presStyleLbl="bgShp" presStyleIdx="1" presStyleCnt="3" custLinFactNeighborX="4897" custLinFactNeighborY="1633"/>
      <dgm:spPr/>
    </dgm:pt>
    <dgm:pt modelId="{661F9D01-FD81-4D22-AB44-A6F3C561D014}" type="pres">
      <dgm:prSet presAssocID="{E8D78DE8-574D-42DA-AA0B-21BAC6FC4CAF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Мишень со сплошной заливкой"/>
        </a:ext>
      </dgm:extLst>
    </dgm:pt>
    <dgm:pt modelId="{B164B06B-E8BE-4A9D-A555-DD95FC9C080B}" type="pres">
      <dgm:prSet presAssocID="{E8D78DE8-574D-42DA-AA0B-21BAC6FC4CAF}" presName="spaceRect" presStyleCnt="0"/>
      <dgm:spPr/>
    </dgm:pt>
    <dgm:pt modelId="{97DD26DC-BB44-4D1D-B157-C3AC120222A2}" type="pres">
      <dgm:prSet presAssocID="{E8D78DE8-574D-42DA-AA0B-21BAC6FC4CAF}" presName="parTx" presStyleLbl="revTx" presStyleIdx="1" presStyleCnt="3">
        <dgm:presLayoutVars>
          <dgm:chMax val="0"/>
          <dgm:chPref val="0"/>
        </dgm:presLayoutVars>
      </dgm:prSet>
      <dgm:spPr/>
    </dgm:pt>
    <dgm:pt modelId="{F305FB50-8570-41B2-8C7C-FC5322308753}" type="pres">
      <dgm:prSet presAssocID="{1E739F8F-2351-4FCF-9CD2-ED9B9E95C2CF}" presName="sibTrans" presStyleCnt="0"/>
      <dgm:spPr/>
    </dgm:pt>
    <dgm:pt modelId="{8DBA32BA-146A-44EC-80DB-E0E5E0AB9152}" type="pres">
      <dgm:prSet presAssocID="{E1753BCB-0D29-4ADE-BF04-E589322BF954}" presName="compNode" presStyleCnt="0"/>
      <dgm:spPr/>
    </dgm:pt>
    <dgm:pt modelId="{D221C008-EC39-467D-AEA9-5CD1FDCA87D1}" type="pres">
      <dgm:prSet presAssocID="{E1753BCB-0D29-4ADE-BF04-E589322BF954}" presName="bgRect" presStyleLbl="bgShp" presStyleIdx="2" presStyleCnt="3"/>
      <dgm:spPr/>
    </dgm:pt>
    <dgm:pt modelId="{E3CF2B0D-59A5-4ED7-B04A-08B4CCEE1B42}" type="pres">
      <dgm:prSet presAssocID="{E1753BCB-0D29-4ADE-BF04-E589322BF954}" presName="iconRect" presStyleLbl="node1" presStyleIdx="2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Блог со сплошной заливкой"/>
        </a:ext>
      </dgm:extLst>
    </dgm:pt>
    <dgm:pt modelId="{52494E3A-4E1B-4D66-A60E-228C40BB4D86}" type="pres">
      <dgm:prSet presAssocID="{E1753BCB-0D29-4ADE-BF04-E589322BF954}" presName="spaceRect" presStyleCnt="0"/>
      <dgm:spPr/>
    </dgm:pt>
    <dgm:pt modelId="{E4B6C2FD-BD47-4076-A4E0-3763977B8080}" type="pres">
      <dgm:prSet presAssocID="{E1753BCB-0D29-4ADE-BF04-E589322BF95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B8122C3C-D250-47BE-BAD6-DC55AC9E97A4}" type="presOf" srcId="{E8D78DE8-574D-42DA-AA0B-21BAC6FC4CAF}" destId="{97DD26DC-BB44-4D1D-B157-C3AC120222A2}" srcOrd="0" destOrd="0" presId="urn:microsoft.com/office/officeart/2018/2/layout/IconVerticalSolidList"/>
    <dgm:cxn modelId="{CA45DF6F-1BFF-4222-9C02-C8C817E54D8E}" type="presOf" srcId="{AD5BCFB2-99C9-4B96-A7F6-DC9038C63060}" destId="{77337821-CFB8-422A-A5BD-F5C874401CD9}" srcOrd="0" destOrd="0" presId="urn:microsoft.com/office/officeart/2018/2/layout/IconVerticalSolidList"/>
    <dgm:cxn modelId="{7D9CFC92-E3DA-4036-AD1B-8A44164014A8}" type="presOf" srcId="{E1753BCB-0D29-4ADE-BF04-E589322BF954}" destId="{E4B6C2FD-BD47-4076-A4E0-3763977B8080}" srcOrd="0" destOrd="0" presId="urn:microsoft.com/office/officeart/2018/2/layout/IconVerticalSolidList"/>
    <dgm:cxn modelId="{3665D5B0-C472-46C7-832E-0E9F28E9DBFC}" type="presOf" srcId="{9EB5ADCB-8B6E-4BE7-9D15-7CF5FB658D94}" destId="{2068F52B-DFBF-4129-B41F-714C6ACD11C7}" srcOrd="0" destOrd="0" presId="urn:microsoft.com/office/officeart/2018/2/layout/IconVerticalSolidList"/>
    <dgm:cxn modelId="{3F950FB1-FD02-475F-8F9C-BCE8A6552158}" srcId="{AD5BCFB2-99C9-4B96-A7F6-DC9038C63060}" destId="{E8D78DE8-574D-42DA-AA0B-21BAC6FC4CAF}" srcOrd="1" destOrd="0" parTransId="{65012946-E927-4817-8C2B-36638405C720}" sibTransId="{1E739F8F-2351-4FCF-9CD2-ED9B9E95C2CF}"/>
    <dgm:cxn modelId="{888D44D7-C931-4B1F-B8A0-2370EAB3B590}" srcId="{AD5BCFB2-99C9-4B96-A7F6-DC9038C63060}" destId="{9EB5ADCB-8B6E-4BE7-9D15-7CF5FB658D94}" srcOrd="0" destOrd="0" parTransId="{175B6F52-0913-4B22-90C0-729DBC98713F}" sibTransId="{8CFCE8DB-32CD-4511-BCB0-FA7BC503953E}"/>
    <dgm:cxn modelId="{6C4A58E7-5DC1-4DF2-B4DE-10F2CFFD1E0F}" srcId="{AD5BCFB2-99C9-4B96-A7F6-DC9038C63060}" destId="{E1753BCB-0D29-4ADE-BF04-E589322BF954}" srcOrd="2" destOrd="0" parTransId="{A85B34FC-EF4D-4DD2-AE6E-F67C1719B88B}" sibTransId="{EF1D7480-ED0A-431F-B155-2571225E603E}"/>
    <dgm:cxn modelId="{BE3F7C5F-CA47-474F-9BF2-8B386A8DE73B}" type="presParOf" srcId="{77337821-CFB8-422A-A5BD-F5C874401CD9}" destId="{7ECB6E58-2421-43C9-9762-D914E502574B}" srcOrd="0" destOrd="0" presId="urn:microsoft.com/office/officeart/2018/2/layout/IconVerticalSolidList"/>
    <dgm:cxn modelId="{41642D3A-8CE6-4692-B523-4E4FA878F284}" type="presParOf" srcId="{7ECB6E58-2421-43C9-9762-D914E502574B}" destId="{35B6D5B5-7F05-4419-89E9-908787F814E1}" srcOrd="0" destOrd="0" presId="urn:microsoft.com/office/officeart/2018/2/layout/IconVerticalSolidList"/>
    <dgm:cxn modelId="{46A4663C-B309-404F-A8FE-CCA967E683EE}" type="presParOf" srcId="{7ECB6E58-2421-43C9-9762-D914E502574B}" destId="{AD12AB43-74A3-434C-9E82-87423BC4A22A}" srcOrd="1" destOrd="0" presId="urn:microsoft.com/office/officeart/2018/2/layout/IconVerticalSolidList"/>
    <dgm:cxn modelId="{267526AC-53C9-4DD7-AD8B-C7667A3E035D}" type="presParOf" srcId="{7ECB6E58-2421-43C9-9762-D914E502574B}" destId="{F5FDFBDE-BB4D-4A4D-8502-A5C1667EFA9C}" srcOrd="2" destOrd="0" presId="urn:microsoft.com/office/officeart/2018/2/layout/IconVerticalSolidList"/>
    <dgm:cxn modelId="{874E41FA-C046-45AD-B20E-1648A92F4420}" type="presParOf" srcId="{7ECB6E58-2421-43C9-9762-D914E502574B}" destId="{2068F52B-DFBF-4129-B41F-714C6ACD11C7}" srcOrd="3" destOrd="0" presId="urn:microsoft.com/office/officeart/2018/2/layout/IconVerticalSolidList"/>
    <dgm:cxn modelId="{6AE8CD42-1B7E-4AA2-8149-E0D6EBC770B2}" type="presParOf" srcId="{77337821-CFB8-422A-A5BD-F5C874401CD9}" destId="{718F70A1-8BAA-45DA-8859-659F8491C305}" srcOrd="1" destOrd="0" presId="urn:microsoft.com/office/officeart/2018/2/layout/IconVerticalSolidList"/>
    <dgm:cxn modelId="{D6166C8A-AE16-4FF2-AAB0-51C3FBDAF042}" type="presParOf" srcId="{77337821-CFB8-422A-A5BD-F5C874401CD9}" destId="{7D5F8FA7-5E6A-4554-B88C-05D7894E45C9}" srcOrd="2" destOrd="0" presId="urn:microsoft.com/office/officeart/2018/2/layout/IconVerticalSolidList"/>
    <dgm:cxn modelId="{5EF38F29-2D15-4C44-A166-9BC5AFEC0E58}" type="presParOf" srcId="{7D5F8FA7-5E6A-4554-B88C-05D7894E45C9}" destId="{F8636798-32E4-4AB8-A2CC-A6909531EA94}" srcOrd="0" destOrd="0" presId="urn:microsoft.com/office/officeart/2018/2/layout/IconVerticalSolidList"/>
    <dgm:cxn modelId="{CDAEF635-3594-4025-997F-277E73CD9EB1}" type="presParOf" srcId="{7D5F8FA7-5E6A-4554-B88C-05D7894E45C9}" destId="{661F9D01-FD81-4D22-AB44-A6F3C561D014}" srcOrd="1" destOrd="0" presId="urn:microsoft.com/office/officeart/2018/2/layout/IconVerticalSolidList"/>
    <dgm:cxn modelId="{D0679129-C6E2-4C74-941E-63D72E9DCBAA}" type="presParOf" srcId="{7D5F8FA7-5E6A-4554-B88C-05D7894E45C9}" destId="{B164B06B-E8BE-4A9D-A555-DD95FC9C080B}" srcOrd="2" destOrd="0" presId="urn:microsoft.com/office/officeart/2018/2/layout/IconVerticalSolidList"/>
    <dgm:cxn modelId="{71BC37A0-D2E7-49D8-A77E-17BAB922FD14}" type="presParOf" srcId="{7D5F8FA7-5E6A-4554-B88C-05D7894E45C9}" destId="{97DD26DC-BB44-4D1D-B157-C3AC120222A2}" srcOrd="3" destOrd="0" presId="urn:microsoft.com/office/officeart/2018/2/layout/IconVerticalSolidList"/>
    <dgm:cxn modelId="{C003A08E-C62D-43F4-9FCD-3477D7E7DC36}" type="presParOf" srcId="{77337821-CFB8-422A-A5BD-F5C874401CD9}" destId="{F305FB50-8570-41B2-8C7C-FC5322308753}" srcOrd="3" destOrd="0" presId="urn:microsoft.com/office/officeart/2018/2/layout/IconVerticalSolidList"/>
    <dgm:cxn modelId="{58A74C96-399F-4B70-B497-501D2AF2F822}" type="presParOf" srcId="{77337821-CFB8-422A-A5BD-F5C874401CD9}" destId="{8DBA32BA-146A-44EC-80DB-E0E5E0AB9152}" srcOrd="4" destOrd="0" presId="urn:microsoft.com/office/officeart/2018/2/layout/IconVerticalSolidList"/>
    <dgm:cxn modelId="{BF43C49E-9D1E-4145-BE8B-448A4BC8DD6F}" type="presParOf" srcId="{8DBA32BA-146A-44EC-80DB-E0E5E0AB9152}" destId="{D221C008-EC39-467D-AEA9-5CD1FDCA87D1}" srcOrd="0" destOrd="0" presId="urn:microsoft.com/office/officeart/2018/2/layout/IconVerticalSolidList"/>
    <dgm:cxn modelId="{51225886-BC36-45FF-9731-7A6F5F1C2156}" type="presParOf" srcId="{8DBA32BA-146A-44EC-80DB-E0E5E0AB9152}" destId="{E3CF2B0D-59A5-4ED7-B04A-08B4CCEE1B42}" srcOrd="1" destOrd="0" presId="urn:microsoft.com/office/officeart/2018/2/layout/IconVerticalSolidList"/>
    <dgm:cxn modelId="{12D6F7D9-056B-40CD-8564-4862AA382A4A}" type="presParOf" srcId="{8DBA32BA-146A-44EC-80DB-E0E5E0AB9152}" destId="{52494E3A-4E1B-4D66-A60E-228C40BB4D86}" srcOrd="2" destOrd="0" presId="urn:microsoft.com/office/officeart/2018/2/layout/IconVerticalSolidList"/>
    <dgm:cxn modelId="{A802CC29-BDB6-488F-904E-263B755E9343}" type="presParOf" srcId="{8DBA32BA-146A-44EC-80DB-E0E5E0AB9152}" destId="{E4B6C2FD-BD47-4076-A4E0-3763977B808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18625F-9509-491E-BCAE-55747D15975B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9193987-8101-43D8-9701-4BD883559726}">
      <dgm:prSet custT="1"/>
      <dgm:spPr/>
      <dgm:t>
        <a:bodyPr/>
        <a:lstStyle/>
        <a:p>
          <a:r>
            <a:rPr lang="ru-RU" sz="2800" dirty="0"/>
            <a:t>Риски</a:t>
          </a:r>
          <a:endParaRPr lang="en-US" sz="2800" dirty="0"/>
        </a:p>
      </dgm:t>
    </dgm:pt>
    <dgm:pt modelId="{0BB5E093-1B3A-433A-829B-5DE60FA0F402}" type="parTrans" cxnId="{A9AECB52-523D-4EC3-AEE5-DD58853983C9}">
      <dgm:prSet/>
      <dgm:spPr/>
      <dgm:t>
        <a:bodyPr/>
        <a:lstStyle/>
        <a:p>
          <a:endParaRPr lang="en-US"/>
        </a:p>
      </dgm:t>
    </dgm:pt>
    <dgm:pt modelId="{F5808E76-7C99-4DA0-8E80-B3BC164EDA59}" type="sibTrans" cxnId="{A9AECB52-523D-4EC3-AEE5-DD58853983C9}">
      <dgm:prSet/>
      <dgm:spPr/>
      <dgm:t>
        <a:bodyPr/>
        <a:lstStyle/>
        <a:p>
          <a:endParaRPr lang="en-US"/>
        </a:p>
      </dgm:t>
    </dgm:pt>
    <dgm:pt modelId="{59E03643-E6E1-4281-B04A-7D7DFDC4CEE0}">
      <dgm:prSet/>
      <dgm:spPr/>
      <dgm:t>
        <a:bodyPr/>
        <a:lstStyle/>
        <a:p>
          <a:r>
            <a:rPr lang="ru-RU" dirty="0"/>
            <a:t>академическая нечестность</a:t>
          </a:r>
          <a:endParaRPr lang="en-US" dirty="0"/>
        </a:p>
      </dgm:t>
    </dgm:pt>
    <dgm:pt modelId="{51180EB5-68F9-4A62-974C-97F1D6E913EC}" type="parTrans" cxnId="{98C9EB36-8B30-4702-A023-B0DE493E12C5}">
      <dgm:prSet/>
      <dgm:spPr/>
      <dgm:t>
        <a:bodyPr/>
        <a:lstStyle/>
        <a:p>
          <a:endParaRPr lang="en-US"/>
        </a:p>
      </dgm:t>
    </dgm:pt>
    <dgm:pt modelId="{3A2EC777-3706-4D1E-9A8C-AD36404C3CFA}" type="sibTrans" cxnId="{98C9EB36-8B30-4702-A023-B0DE493E12C5}">
      <dgm:prSet/>
      <dgm:spPr/>
      <dgm:t>
        <a:bodyPr/>
        <a:lstStyle/>
        <a:p>
          <a:endParaRPr lang="en-US"/>
        </a:p>
      </dgm:t>
    </dgm:pt>
    <dgm:pt modelId="{8C4A0970-7AE9-4027-AE72-583FF50C6FCA}">
      <dgm:prSet custT="1"/>
      <dgm:spPr/>
      <dgm:t>
        <a:bodyPr/>
        <a:lstStyle/>
        <a:p>
          <a:r>
            <a:rPr lang="ru-RU" sz="1600" dirty="0"/>
            <a:t>«галлюцинации» языковых моделей</a:t>
          </a:r>
          <a:endParaRPr lang="en-US" sz="1600" dirty="0"/>
        </a:p>
      </dgm:t>
    </dgm:pt>
    <dgm:pt modelId="{4CCB1107-078E-40E1-A8B1-3A3819753469}" type="parTrans" cxnId="{4E691D21-BD3C-45C6-84E5-A56FBDA12BA9}">
      <dgm:prSet/>
      <dgm:spPr/>
      <dgm:t>
        <a:bodyPr/>
        <a:lstStyle/>
        <a:p>
          <a:endParaRPr lang="en-US"/>
        </a:p>
      </dgm:t>
    </dgm:pt>
    <dgm:pt modelId="{38F054C5-CE6A-4FF2-871A-636695AC3773}" type="sibTrans" cxnId="{4E691D21-BD3C-45C6-84E5-A56FBDA12BA9}">
      <dgm:prSet/>
      <dgm:spPr/>
      <dgm:t>
        <a:bodyPr/>
        <a:lstStyle/>
        <a:p>
          <a:endParaRPr lang="en-US"/>
        </a:p>
      </dgm:t>
    </dgm:pt>
    <dgm:pt modelId="{9AF18987-13CB-4A04-B4A1-3FE2FEBC255E}">
      <dgm:prSet/>
      <dgm:spPr/>
      <dgm:t>
        <a:bodyPr/>
        <a:lstStyle/>
        <a:p>
          <a:r>
            <a:rPr lang="ru-RU" dirty="0"/>
            <a:t>нормативное регулирование</a:t>
          </a:r>
          <a:endParaRPr lang="en-US" dirty="0"/>
        </a:p>
      </dgm:t>
    </dgm:pt>
    <dgm:pt modelId="{22A83A0E-BEF4-41D1-9A0F-4EFC9F3FFFDB}" type="parTrans" cxnId="{03B872F3-1FF7-4681-89C5-8B08EE1834FE}">
      <dgm:prSet/>
      <dgm:spPr/>
      <dgm:t>
        <a:bodyPr/>
        <a:lstStyle/>
        <a:p>
          <a:endParaRPr lang="en-US"/>
        </a:p>
      </dgm:t>
    </dgm:pt>
    <dgm:pt modelId="{E420B78F-EBF0-43D5-A2A6-1DC373338C96}" type="sibTrans" cxnId="{03B872F3-1FF7-4681-89C5-8B08EE1834FE}">
      <dgm:prSet/>
      <dgm:spPr/>
      <dgm:t>
        <a:bodyPr/>
        <a:lstStyle/>
        <a:p>
          <a:endParaRPr lang="en-US"/>
        </a:p>
      </dgm:t>
    </dgm:pt>
    <dgm:pt modelId="{4633CF75-27A6-40E2-9E96-00DEAD94E4D2}">
      <dgm:prSet/>
      <dgm:spPr/>
      <dgm:t>
        <a:bodyPr/>
        <a:lstStyle/>
        <a:p>
          <a:r>
            <a:rPr lang="ru-RU" dirty="0"/>
            <a:t>трансформация роли преподавателя</a:t>
          </a:r>
          <a:endParaRPr lang="en-US" dirty="0"/>
        </a:p>
      </dgm:t>
    </dgm:pt>
    <dgm:pt modelId="{8A26C416-30EB-4C0E-9D9E-14186A159275}" type="parTrans" cxnId="{041923BE-F62C-4EE2-866E-6FA161131AD2}">
      <dgm:prSet/>
      <dgm:spPr/>
      <dgm:t>
        <a:bodyPr/>
        <a:lstStyle/>
        <a:p>
          <a:endParaRPr lang="ru-RU"/>
        </a:p>
      </dgm:t>
    </dgm:pt>
    <dgm:pt modelId="{7D5AC0FF-DE42-4AAC-B3A5-9B67DAEEDEB9}" type="sibTrans" cxnId="{041923BE-F62C-4EE2-866E-6FA161131AD2}">
      <dgm:prSet/>
      <dgm:spPr/>
      <dgm:t>
        <a:bodyPr/>
        <a:lstStyle/>
        <a:p>
          <a:endParaRPr lang="ru-RU"/>
        </a:p>
      </dgm:t>
    </dgm:pt>
    <dgm:pt modelId="{F2B975F1-9791-479A-A1A1-E362B7BDF809}">
      <dgm:prSet/>
      <dgm:spPr/>
      <dgm:t>
        <a:bodyPr/>
        <a:lstStyle/>
        <a:p>
          <a:r>
            <a:rPr lang="ru-RU" dirty="0"/>
            <a:t>поверхностное усвоение знаний</a:t>
          </a:r>
          <a:endParaRPr lang="en-US" dirty="0"/>
        </a:p>
      </dgm:t>
    </dgm:pt>
    <dgm:pt modelId="{45DFECA5-DF1B-4440-95A1-D586A88FA0D4}" type="parTrans" cxnId="{EE992E09-700D-4274-9755-00053532F0F1}">
      <dgm:prSet/>
      <dgm:spPr/>
      <dgm:t>
        <a:bodyPr/>
        <a:lstStyle/>
        <a:p>
          <a:endParaRPr lang="ru-RU"/>
        </a:p>
      </dgm:t>
    </dgm:pt>
    <dgm:pt modelId="{C10F5C8D-2339-4A97-972F-A5C8D2CC6EEB}" type="sibTrans" cxnId="{EE992E09-700D-4274-9755-00053532F0F1}">
      <dgm:prSet/>
      <dgm:spPr/>
      <dgm:t>
        <a:bodyPr/>
        <a:lstStyle/>
        <a:p>
          <a:endParaRPr lang="ru-RU"/>
        </a:p>
      </dgm:t>
    </dgm:pt>
    <dgm:pt modelId="{EA9194AF-0373-41D8-A04A-58C85C223F99}" type="pres">
      <dgm:prSet presAssocID="{0518625F-9509-491E-BCAE-55747D15975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4140E40-7C55-4673-BA77-464F27518CDE}" type="pres">
      <dgm:prSet presAssocID="{D9193987-8101-43D8-9701-4BD883559726}" presName="hierRoot1" presStyleCnt="0"/>
      <dgm:spPr/>
    </dgm:pt>
    <dgm:pt modelId="{7FF6FB9E-0806-43EB-9323-438FBA819467}" type="pres">
      <dgm:prSet presAssocID="{D9193987-8101-43D8-9701-4BD883559726}" presName="composite" presStyleCnt="0"/>
      <dgm:spPr/>
    </dgm:pt>
    <dgm:pt modelId="{5078DE82-6AB0-474D-9535-CB9E2E71C2BF}" type="pres">
      <dgm:prSet presAssocID="{D9193987-8101-43D8-9701-4BD883559726}" presName="background" presStyleLbl="node0" presStyleIdx="0" presStyleCnt="1"/>
      <dgm:spPr/>
    </dgm:pt>
    <dgm:pt modelId="{DD8A2743-3896-4F42-9095-2AC4307E66E2}" type="pres">
      <dgm:prSet presAssocID="{D9193987-8101-43D8-9701-4BD883559726}" presName="text" presStyleLbl="fgAcc0" presStyleIdx="0" presStyleCnt="1" custLinFactY="-46100" custLinFactNeighborX="-5555" custLinFactNeighborY="-100000">
        <dgm:presLayoutVars>
          <dgm:chPref val="3"/>
        </dgm:presLayoutVars>
      </dgm:prSet>
      <dgm:spPr/>
    </dgm:pt>
    <dgm:pt modelId="{B6C69ADB-C586-4ACF-A818-9B1C17BC748D}" type="pres">
      <dgm:prSet presAssocID="{D9193987-8101-43D8-9701-4BD883559726}" presName="hierChild2" presStyleCnt="0"/>
      <dgm:spPr/>
    </dgm:pt>
    <dgm:pt modelId="{CBAA838E-6914-4E30-9E05-A7A9C5ADE2F9}" type="pres">
      <dgm:prSet presAssocID="{51180EB5-68F9-4A62-974C-97F1D6E913EC}" presName="Name10" presStyleLbl="parChTrans1D2" presStyleIdx="0" presStyleCnt="5"/>
      <dgm:spPr/>
    </dgm:pt>
    <dgm:pt modelId="{EB0FDFC1-C20B-4540-AFC5-F95B0362F531}" type="pres">
      <dgm:prSet presAssocID="{59E03643-E6E1-4281-B04A-7D7DFDC4CEE0}" presName="hierRoot2" presStyleCnt="0"/>
      <dgm:spPr/>
    </dgm:pt>
    <dgm:pt modelId="{F1E5269C-85A7-441B-AD6B-444701B56010}" type="pres">
      <dgm:prSet presAssocID="{59E03643-E6E1-4281-B04A-7D7DFDC4CEE0}" presName="composite2" presStyleCnt="0"/>
      <dgm:spPr/>
    </dgm:pt>
    <dgm:pt modelId="{DA563EA3-48D3-46D0-B68D-A51A4235941C}" type="pres">
      <dgm:prSet presAssocID="{59E03643-E6E1-4281-B04A-7D7DFDC4CEE0}" presName="background2" presStyleLbl="node2" presStyleIdx="0" presStyleCnt="5"/>
      <dgm:spPr/>
    </dgm:pt>
    <dgm:pt modelId="{EFEB9268-E797-4F69-8E56-B45D35098714}" type="pres">
      <dgm:prSet presAssocID="{59E03643-E6E1-4281-B04A-7D7DFDC4CEE0}" presName="text2" presStyleLbl="fgAcc2" presStyleIdx="0" presStyleCnt="5" custLinFactY="24280" custLinFactNeighborX="2410" custLinFactNeighborY="100000">
        <dgm:presLayoutVars>
          <dgm:chPref val="3"/>
        </dgm:presLayoutVars>
      </dgm:prSet>
      <dgm:spPr/>
    </dgm:pt>
    <dgm:pt modelId="{824A0CB2-F604-48AC-AD02-7D44041CF740}" type="pres">
      <dgm:prSet presAssocID="{59E03643-E6E1-4281-B04A-7D7DFDC4CEE0}" presName="hierChild3" presStyleCnt="0"/>
      <dgm:spPr/>
    </dgm:pt>
    <dgm:pt modelId="{7C0E5BCA-9C3A-4859-9EFD-44628139DCA7}" type="pres">
      <dgm:prSet presAssocID="{4CCB1107-078E-40E1-A8B1-3A3819753469}" presName="Name10" presStyleLbl="parChTrans1D2" presStyleIdx="1" presStyleCnt="5"/>
      <dgm:spPr/>
    </dgm:pt>
    <dgm:pt modelId="{5428F3BA-3FF2-4FFF-A1B4-981A384C6053}" type="pres">
      <dgm:prSet presAssocID="{8C4A0970-7AE9-4027-AE72-583FF50C6FCA}" presName="hierRoot2" presStyleCnt="0"/>
      <dgm:spPr/>
    </dgm:pt>
    <dgm:pt modelId="{2C88F6E2-58A9-457F-AD92-3937D6D56006}" type="pres">
      <dgm:prSet presAssocID="{8C4A0970-7AE9-4027-AE72-583FF50C6FCA}" presName="composite2" presStyleCnt="0"/>
      <dgm:spPr/>
    </dgm:pt>
    <dgm:pt modelId="{B9D6C9AC-24E6-4BF1-A657-C51C1B19E7DB}" type="pres">
      <dgm:prSet presAssocID="{8C4A0970-7AE9-4027-AE72-583FF50C6FCA}" presName="background2" presStyleLbl="node2" presStyleIdx="1" presStyleCnt="5"/>
      <dgm:spPr/>
    </dgm:pt>
    <dgm:pt modelId="{341CC215-21C5-435D-8163-C7372573831D}" type="pres">
      <dgm:prSet presAssocID="{8C4A0970-7AE9-4027-AE72-583FF50C6FCA}" presName="text2" presStyleLbl="fgAcc2" presStyleIdx="1" presStyleCnt="5" custScaleX="122494" custLinFactNeighborX="-22289" custLinFactNeighborY="-83109">
        <dgm:presLayoutVars>
          <dgm:chPref val="3"/>
        </dgm:presLayoutVars>
      </dgm:prSet>
      <dgm:spPr/>
    </dgm:pt>
    <dgm:pt modelId="{96064DF2-7024-4350-A8FF-86FEFE42D7E6}" type="pres">
      <dgm:prSet presAssocID="{8C4A0970-7AE9-4027-AE72-583FF50C6FCA}" presName="hierChild3" presStyleCnt="0"/>
      <dgm:spPr/>
    </dgm:pt>
    <dgm:pt modelId="{86932DE1-8D02-4AB8-810E-634DC890F336}" type="pres">
      <dgm:prSet presAssocID="{22A83A0E-BEF4-41D1-9A0F-4EFC9F3FFFDB}" presName="Name10" presStyleLbl="parChTrans1D2" presStyleIdx="2" presStyleCnt="5"/>
      <dgm:spPr/>
    </dgm:pt>
    <dgm:pt modelId="{A6EB6E25-2881-45C7-AC17-58406C19BE4F}" type="pres">
      <dgm:prSet presAssocID="{9AF18987-13CB-4A04-B4A1-3FE2FEBC255E}" presName="hierRoot2" presStyleCnt="0"/>
      <dgm:spPr/>
    </dgm:pt>
    <dgm:pt modelId="{2922B3FD-D9A2-43D5-9D4D-3D30939B62DA}" type="pres">
      <dgm:prSet presAssocID="{9AF18987-13CB-4A04-B4A1-3FE2FEBC255E}" presName="composite2" presStyleCnt="0"/>
      <dgm:spPr/>
    </dgm:pt>
    <dgm:pt modelId="{BDF651BC-E07E-4091-9B9F-5B1923C2F297}" type="pres">
      <dgm:prSet presAssocID="{9AF18987-13CB-4A04-B4A1-3FE2FEBC255E}" presName="background2" presStyleLbl="node2" presStyleIdx="2" presStyleCnt="5"/>
      <dgm:spPr/>
    </dgm:pt>
    <dgm:pt modelId="{6470AECC-C311-47BE-BDEC-57FDE0753C4B}" type="pres">
      <dgm:prSet presAssocID="{9AF18987-13CB-4A04-B4A1-3FE2FEBC255E}" presName="text2" presStyleLbl="fgAcc2" presStyleIdx="2" presStyleCnt="5" custLinFactY="37561" custLinFactNeighborX="-16803" custLinFactNeighborY="100000">
        <dgm:presLayoutVars>
          <dgm:chPref val="3"/>
        </dgm:presLayoutVars>
      </dgm:prSet>
      <dgm:spPr/>
    </dgm:pt>
    <dgm:pt modelId="{E75735A6-F2EC-4A73-A30C-78AD7B41CF71}" type="pres">
      <dgm:prSet presAssocID="{9AF18987-13CB-4A04-B4A1-3FE2FEBC255E}" presName="hierChild3" presStyleCnt="0"/>
      <dgm:spPr/>
    </dgm:pt>
    <dgm:pt modelId="{3E9F5A21-B6C4-45B1-A0B0-66E0EAECAD41}" type="pres">
      <dgm:prSet presAssocID="{8A26C416-30EB-4C0E-9D9E-14186A159275}" presName="Name10" presStyleLbl="parChTrans1D2" presStyleIdx="3" presStyleCnt="5"/>
      <dgm:spPr/>
    </dgm:pt>
    <dgm:pt modelId="{5B2B2E62-A199-4345-AA14-7E2FA4E83D53}" type="pres">
      <dgm:prSet presAssocID="{4633CF75-27A6-40E2-9E96-00DEAD94E4D2}" presName="hierRoot2" presStyleCnt="0"/>
      <dgm:spPr/>
    </dgm:pt>
    <dgm:pt modelId="{30016C7F-D3BB-4A06-ACBD-0546C0C9ECC6}" type="pres">
      <dgm:prSet presAssocID="{4633CF75-27A6-40E2-9E96-00DEAD94E4D2}" presName="composite2" presStyleCnt="0"/>
      <dgm:spPr/>
    </dgm:pt>
    <dgm:pt modelId="{C01D53A3-FA5E-46D0-BC4A-838184F47FAC}" type="pres">
      <dgm:prSet presAssocID="{4633CF75-27A6-40E2-9E96-00DEAD94E4D2}" presName="background2" presStyleLbl="node2" presStyleIdx="3" presStyleCnt="5"/>
      <dgm:spPr/>
    </dgm:pt>
    <dgm:pt modelId="{FDDC531A-E4CC-4492-97BB-5BB042F951CC}" type="pres">
      <dgm:prSet presAssocID="{4633CF75-27A6-40E2-9E96-00DEAD94E4D2}" presName="text2" presStyleLbl="fgAcc2" presStyleIdx="3" presStyleCnt="5" custLinFactNeighborX="4217" custLinFactNeighborY="-25615">
        <dgm:presLayoutVars>
          <dgm:chPref val="3"/>
        </dgm:presLayoutVars>
      </dgm:prSet>
      <dgm:spPr/>
    </dgm:pt>
    <dgm:pt modelId="{597FB5D9-D0F4-453B-974B-28BC8217E7F4}" type="pres">
      <dgm:prSet presAssocID="{4633CF75-27A6-40E2-9E96-00DEAD94E4D2}" presName="hierChild3" presStyleCnt="0"/>
      <dgm:spPr/>
    </dgm:pt>
    <dgm:pt modelId="{FD93C7E5-2E4C-4D44-B14C-277F7B83F86D}" type="pres">
      <dgm:prSet presAssocID="{45DFECA5-DF1B-4440-95A1-D586A88FA0D4}" presName="Name10" presStyleLbl="parChTrans1D2" presStyleIdx="4" presStyleCnt="5"/>
      <dgm:spPr/>
    </dgm:pt>
    <dgm:pt modelId="{65ACB143-BF92-4266-AA2C-D6AB7DC21416}" type="pres">
      <dgm:prSet presAssocID="{F2B975F1-9791-479A-A1A1-E362B7BDF809}" presName="hierRoot2" presStyleCnt="0"/>
      <dgm:spPr/>
    </dgm:pt>
    <dgm:pt modelId="{07FC147D-2A1C-40B6-A103-57D49152D2AE}" type="pres">
      <dgm:prSet presAssocID="{F2B975F1-9791-479A-A1A1-E362B7BDF809}" presName="composite2" presStyleCnt="0"/>
      <dgm:spPr/>
    </dgm:pt>
    <dgm:pt modelId="{B9D9E771-B543-4F6E-9DDA-E0B3C61DF647}" type="pres">
      <dgm:prSet presAssocID="{F2B975F1-9791-479A-A1A1-E362B7BDF809}" presName="background2" presStyleLbl="node2" presStyleIdx="4" presStyleCnt="5"/>
      <dgm:spPr/>
    </dgm:pt>
    <dgm:pt modelId="{FAA47542-FAA8-4E8D-9874-F1904B8C42D8}" type="pres">
      <dgm:prSet presAssocID="{F2B975F1-9791-479A-A1A1-E362B7BDF809}" presName="text2" presStyleLbl="fgAcc2" presStyleIdx="4" presStyleCnt="5" custLinFactY="37278" custLinFactNeighborX="-34023" custLinFactNeighborY="100000">
        <dgm:presLayoutVars>
          <dgm:chPref val="3"/>
        </dgm:presLayoutVars>
      </dgm:prSet>
      <dgm:spPr/>
    </dgm:pt>
    <dgm:pt modelId="{F7B81496-83AA-4C7F-8648-DAFCB04B60E0}" type="pres">
      <dgm:prSet presAssocID="{F2B975F1-9791-479A-A1A1-E362B7BDF809}" presName="hierChild3" presStyleCnt="0"/>
      <dgm:spPr/>
    </dgm:pt>
  </dgm:ptLst>
  <dgm:cxnLst>
    <dgm:cxn modelId="{EE992E09-700D-4274-9755-00053532F0F1}" srcId="{D9193987-8101-43D8-9701-4BD883559726}" destId="{F2B975F1-9791-479A-A1A1-E362B7BDF809}" srcOrd="4" destOrd="0" parTransId="{45DFECA5-DF1B-4440-95A1-D586A88FA0D4}" sibTransId="{C10F5C8D-2339-4A97-972F-A5C8D2CC6EEB}"/>
    <dgm:cxn modelId="{313B0F0A-B69C-4492-96BC-95999AC56ECA}" type="presOf" srcId="{F2B975F1-9791-479A-A1A1-E362B7BDF809}" destId="{FAA47542-FAA8-4E8D-9874-F1904B8C42D8}" srcOrd="0" destOrd="0" presId="urn:microsoft.com/office/officeart/2005/8/layout/hierarchy1"/>
    <dgm:cxn modelId="{4E691D21-BD3C-45C6-84E5-A56FBDA12BA9}" srcId="{D9193987-8101-43D8-9701-4BD883559726}" destId="{8C4A0970-7AE9-4027-AE72-583FF50C6FCA}" srcOrd="1" destOrd="0" parTransId="{4CCB1107-078E-40E1-A8B1-3A3819753469}" sibTransId="{38F054C5-CE6A-4FF2-871A-636695AC3773}"/>
    <dgm:cxn modelId="{98C9EB36-8B30-4702-A023-B0DE493E12C5}" srcId="{D9193987-8101-43D8-9701-4BD883559726}" destId="{59E03643-E6E1-4281-B04A-7D7DFDC4CEE0}" srcOrd="0" destOrd="0" parTransId="{51180EB5-68F9-4A62-974C-97F1D6E913EC}" sibTransId="{3A2EC777-3706-4D1E-9A8C-AD36404C3CFA}"/>
    <dgm:cxn modelId="{55BC844C-3188-4B26-8E39-72FDBA337B2C}" type="presOf" srcId="{4633CF75-27A6-40E2-9E96-00DEAD94E4D2}" destId="{FDDC531A-E4CC-4492-97BB-5BB042F951CC}" srcOrd="0" destOrd="0" presId="urn:microsoft.com/office/officeart/2005/8/layout/hierarchy1"/>
    <dgm:cxn modelId="{A9AECB52-523D-4EC3-AEE5-DD58853983C9}" srcId="{0518625F-9509-491E-BCAE-55747D15975B}" destId="{D9193987-8101-43D8-9701-4BD883559726}" srcOrd="0" destOrd="0" parTransId="{0BB5E093-1B3A-433A-829B-5DE60FA0F402}" sibTransId="{F5808E76-7C99-4DA0-8E80-B3BC164EDA59}"/>
    <dgm:cxn modelId="{CDA49E90-A25C-4788-92A9-877BCAA108FE}" type="presOf" srcId="{8C4A0970-7AE9-4027-AE72-583FF50C6FCA}" destId="{341CC215-21C5-435D-8163-C7372573831D}" srcOrd="0" destOrd="0" presId="urn:microsoft.com/office/officeart/2005/8/layout/hierarchy1"/>
    <dgm:cxn modelId="{94C7159B-EBD3-4C4E-851F-441170621B5D}" type="presOf" srcId="{0518625F-9509-491E-BCAE-55747D15975B}" destId="{EA9194AF-0373-41D8-A04A-58C85C223F99}" srcOrd="0" destOrd="0" presId="urn:microsoft.com/office/officeart/2005/8/layout/hierarchy1"/>
    <dgm:cxn modelId="{17B322AB-D0C3-4CE5-AB95-CE270BCB8D6A}" type="presOf" srcId="{45DFECA5-DF1B-4440-95A1-D586A88FA0D4}" destId="{FD93C7E5-2E4C-4D44-B14C-277F7B83F86D}" srcOrd="0" destOrd="0" presId="urn:microsoft.com/office/officeart/2005/8/layout/hierarchy1"/>
    <dgm:cxn modelId="{AC43D6AE-A23E-4BD4-AEA2-543A7B7B7340}" type="presOf" srcId="{9AF18987-13CB-4A04-B4A1-3FE2FEBC255E}" destId="{6470AECC-C311-47BE-BDEC-57FDE0753C4B}" srcOrd="0" destOrd="0" presId="urn:microsoft.com/office/officeart/2005/8/layout/hierarchy1"/>
    <dgm:cxn modelId="{BA3086BA-9AEB-4ABC-A6BF-701AE8435E5D}" type="presOf" srcId="{8A26C416-30EB-4C0E-9D9E-14186A159275}" destId="{3E9F5A21-B6C4-45B1-A0B0-66E0EAECAD41}" srcOrd="0" destOrd="0" presId="urn:microsoft.com/office/officeart/2005/8/layout/hierarchy1"/>
    <dgm:cxn modelId="{CD4E57BD-4ECD-4A85-8F9D-DC9CD96653A0}" type="presOf" srcId="{22A83A0E-BEF4-41D1-9A0F-4EFC9F3FFFDB}" destId="{86932DE1-8D02-4AB8-810E-634DC890F336}" srcOrd="0" destOrd="0" presId="urn:microsoft.com/office/officeart/2005/8/layout/hierarchy1"/>
    <dgm:cxn modelId="{041923BE-F62C-4EE2-866E-6FA161131AD2}" srcId="{D9193987-8101-43D8-9701-4BD883559726}" destId="{4633CF75-27A6-40E2-9E96-00DEAD94E4D2}" srcOrd="3" destOrd="0" parTransId="{8A26C416-30EB-4C0E-9D9E-14186A159275}" sibTransId="{7D5AC0FF-DE42-4AAC-B3A5-9B67DAEEDEB9}"/>
    <dgm:cxn modelId="{104AE8BE-2508-4363-9ADF-54F56D78632D}" type="presOf" srcId="{D9193987-8101-43D8-9701-4BD883559726}" destId="{DD8A2743-3896-4F42-9095-2AC4307E66E2}" srcOrd="0" destOrd="0" presId="urn:microsoft.com/office/officeart/2005/8/layout/hierarchy1"/>
    <dgm:cxn modelId="{FA8B7EE3-EA1E-4772-944E-D35998930D1A}" type="presOf" srcId="{51180EB5-68F9-4A62-974C-97F1D6E913EC}" destId="{CBAA838E-6914-4E30-9E05-A7A9C5ADE2F9}" srcOrd="0" destOrd="0" presId="urn:microsoft.com/office/officeart/2005/8/layout/hierarchy1"/>
    <dgm:cxn modelId="{A849BEE5-7A7F-4589-9D13-5263950D6880}" type="presOf" srcId="{59E03643-E6E1-4281-B04A-7D7DFDC4CEE0}" destId="{EFEB9268-E797-4F69-8E56-B45D35098714}" srcOrd="0" destOrd="0" presId="urn:microsoft.com/office/officeart/2005/8/layout/hierarchy1"/>
    <dgm:cxn modelId="{06F5FDEE-D19E-4EE6-BB35-D33C490C17F5}" type="presOf" srcId="{4CCB1107-078E-40E1-A8B1-3A3819753469}" destId="{7C0E5BCA-9C3A-4859-9EFD-44628139DCA7}" srcOrd="0" destOrd="0" presId="urn:microsoft.com/office/officeart/2005/8/layout/hierarchy1"/>
    <dgm:cxn modelId="{03B872F3-1FF7-4681-89C5-8B08EE1834FE}" srcId="{D9193987-8101-43D8-9701-4BD883559726}" destId="{9AF18987-13CB-4A04-B4A1-3FE2FEBC255E}" srcOrd="2" destOrd="0" parTransId="{22A83A0E-BEF4-41D1-9A0F-4EFC9F3FFFDB}" sibTransId="{E420B78F-EBF0-43D5-A2A6-1DC373338C96}"/>
    <dgm:cxn modelId="{F3A1E3FF-3DC3-4077-9351-298F9705B499}" type="presParOf" srcId="{EA9194AF-0373-41D8-A04A-58C85C223F99}" destId="{34140E40-7C55-4673-BA77-464F27518CDE}" srcOrd="0" destOrd="0" presId="urn:microsoft.com/office/officeart/2005/8/layout/hierarchy1"/>
    <dgm:cxn modelId="{6BC31086-3571-40EB-86FD-FF373CA7EEF3}" type="presParOf" srcId="{34140E40-7C55-4673-BA77-464F27518CDE}" destId="{7FF6FB9E-0806-43EB-9323-438FBA819467}" srcOrd="0" destOrd="0" presId="urn:microsoft.com/office/officeart/2005/8/layout/hierarchy1"/>
    <dgm:cxn modelId="{46B22102-BBEA-4623-AAC3-5C84E5906970}" type="presParOf" srcId="{7FF6FB9E-0806-43EB-9323-438FBA819467}" destId="{5078DE82-6AB0-474D-9535-CB9E2E71C2BF}" srcOrd="0" destOrd="0" presId="urn:microsoft.com/office/officeart/2005/8/layout/hierarchy1"/>
    <dgm:cxn modelId="{6EDA1D6B-4BE0-4098-B7BC-8FC07D2D5400}" type="presParOf" srcId="{7FF6FB9E-0806-43EB-9323-438FBA819467}" destId="{DD8A2743-3896-4F42-9095-2AC4307E66E2}" srcOrd="1" destOrd="0" presId="urn:microsoft.com/office/officeart/2005/8/layout/hierarchy1"/>
    <dgm:cxn modelId="{AA16E747-169A-4B08-85E2-48894EA86BC4}" type="presParOf" srcId="{34140E40-7C55-4673-BA77-464F27518CDE}" destId="{B6C69ADB-C586-4ACF-A818-9B1C17BC748D}" srcOrd="1" destOrd="0" presId="urn:microsoft.com/office/officeart/2005/8/layout/hierarchy1"/>
    <dgm:cxn modelId="{44DB5494-C9FA-4850-83F2-5898900CC4EC}" type="presParOf" srcId="{B6C69ADB-C586-4ACF-A818-9B1C17BC748D}" destId="{CBAA838E-6914-4E30-9E05-A7A9C5ADE2F9}" srcOrd="0" destOrd="0" presId="urn:microsoft.com/office/officeart/2005/8/layout/hierarchy1"/>
    <dgm:cxn modelId="{69B5353E-3144-4DEC-B0A3-3E5D5DADDE1D}" type="presParOf" srcId="{B6C69ADB-C586-4ACF-A818-9B1C17BC748D}" destId="{EB0FDFC1-C20B-4540-AFC5-F95B0362F531}" srcOrd="1" destOrd="0" presId="urn:microsoft.com/office/officeart/2005/8/layout/hierarchy1"/>
    <dgm:cxn modelId="{AA701766-9EE0-4652-8009-5FDC5BEFD9E3}" type="presParOf" srcId="{EB0FDFC1-C20B-4540-AFC5-F95B0362F531}" destId="{F1E5269C-85A7-441B-AD6B-444701B56010}" srcOrd="0" destOrd="0" presId="urn:microsoft.com/office/officeart/2005/8/layout/hierarchy1"/>
    <dgm:cxn modelId="{591DE85F-FB47-4BF8-A9A2-F50219F2415F}" type="presParOf" srcId="{F1E5269C-85A7-441B-AD6B-444701B56010}" destId="{DA563EA3-48D3-46D0-B68D-A51A4235941C}" srcOrd="0" destOrd="0" presId="urn:microsoft.com/office/officeart/2005/8/layout/hierarchy1"/>
    <dgm:cxn modelId="{6A33C941-9E6F-46C4-8CB7-D165F36FC290}" type="presParOf" srcId="{F1E5269C-85A7-441B-AD6B-444701B56010}" destId="{EFEB9268-E797-4F69-8E56-B45D35098714}" srcOrd="1" destOrd="0" presId="urn:microsoft.com/office/officeart/2005/8/layout/hierarchy1"/>
    <dgm:cxn modelId="{B90DB284-ADDE-43CF-BB62-5D80D8E21512}" type="presParOf" srcId="{EB0FDFC1-C20B-4540-AFC5-F95B0362F531}" destId="{824A0CB2-F604-48AC-AD02-7D44041CF740}" srcOrd="1" destOrd="0" presId="urn:microsoft.com/office/officeart/2005/8/layout/hierarchy1"/>
    <dgm:cxn modelId="{EF3FD48F-9A2B-4CB6-9C08-4042B5DD4CFA}" type="presParOf" srcId="{B6C69ADB-C586-4ACF-A818-9B1C17BC748D}" destId="{7C0E5BCA-9C3A-4859-9EFD-44628139DCA7}" srcOrd="2" destOrd="0" presId="urn:microsoft.com/office/officeart/2005/8/layout/hierarchy1"/>
    <dgm:cxn modelId="{D1D9E8DD-0F3C-42AD-A6DF-6A2F116C89F8}" type="presParOf" srcId="{B6C69ADB-C586-4ACF-A818-9B1C17BC748D}" destId="{5428F3BA-3FF2-4FFF-A1B4-981A384C6053}" srcOrd="3" destOrd="0" presId="urn:microsoft.com/office/officeart/2005/8/layout/hierarchy1"/>
    <dgm:cxn modelId="{0F6B69F8-2C45-427F-8198-CB15A07E758C}" type="presParOf" srcId="{5428F3BA-3FF2-4FFF-A1B4-981A384C6053}" destId="{2C88F6E2-58A9-457F-AD92-3937D6D56006}" srcOrd="0" destOrd="0" presId="urn:microsoft.com/office/officeart/2005/8/layout/hierarchy1"/>
    <dgm:cxn modelId="{79AC5C66-6FF5-43DD-91CB-406EC9058E7F}" type="presParOf" srcId="{2C88F6E2-58A9-457F-AD92-3937D6D56006}" destId="{B9D6C9AC-24E6-4BF1-A657-C51C1B19E7DB}" srcOrd="0" destOrd="0" presId="urn:microsoft.com/office/officeart/2005/8/layout/hierarchy1"/>
    <dgm:cxn modelId="{B3177CBB-A843-4684-958A-73B09E187B2E}" type="presParOf" srcId="{2C88F6E2-58A9-457F-AD92-3937D6D56006}" destId="{341CC215-21C5-435D-8163-C7372573831D}" srcOrd="1" destOrd="0" presId="urn:microsoft.com/office/officeart/2005/8/layout/hierarchy1"/>
    <dgm:cxn modelId="{3A57AD6F-C8F0-43BF-8B6C-A20314776302}" type="presParOf" srcId="{5428F3BA-3FF2-4FFF-A1B4-981A384C6053}" destId="{96064DF2-7024-4350-A8FF-86FEFE42D7E6}" srcOrd="1" destOrd="0" presId="urn:microsoft.com/office/officeart/2005/8/layout/hierarchy1"/>
    <dgm:cxn modelId="{687718F0-0CA6-4CB5-8BF6-1465C9FC270D}" type="presParOf" srcId="{B6C69ADB-C586-4ACF-A818-9B1C17BC748D}" destId="{86932DE1-8D02-4AB8-810E-634DC890F336}" srcOrd="4" destOrd="0" presId="urn:microsoft.com/office/officeart/2005/8/layout/hierarchy1"/>
    <dgm:cxn modelId="{0ED7FA81-1E96-4A1F-9E3D-00D989C6DB02}" type="presParOf" srcId="{B6C69ADB-C586-4ACF-A818-9B1C17BC748D}" destId="{A6EB6E25-2881-45C7-AC17-58406C19BE4F}" srcOrd="5" destOrd="0" presId="urn:microsoft.com/office/officeart/2005/8/layout/hierarchy1"/>
    <dgm:cxn modelId="{C8081B0D-6BE4-4504-AC16-E46DE64B31CD}" type="presParOf" srcId="{A6EB6E25-2881-45C7-AC17-58406C19BE4F}" destId="{2922B3FD-D9A2-43D5-9D4D-3D30939B62DA}" srcOrd="0" destOrd="0" presId="urn:microsoft.com/office/officeart/2005/8/layout/hierarchy1"/>
    <dgm:cxn modelId="{C51C90C3-DEF8-4D5E-B029-33CA878D1FDA}" type="presParOf" srcId="{2922B3FD-D9A2-43D5-9D4D-3D30939B62DA}" destId="{BDF651BC-E07E-4091-9B9F-5B1923C2F297}" srcOrd="0" destOrd="0" presId="urn:microsoft.com/office/officeart/2005/8/layout/hierarchy1"/>
    <dgm:cxn modelId="{5EAF407D-7913-44A2-99A0-50542B39706C}" type="presParOf" srcId="{2922B3FD-D9A2-43D5-9D4D-3D30939B62DA}" destId="{6470AECC-C311-47BE-BDEC-57FDE0753C4B}" srcOrd="1" destOrd="0" presId="urn:microsoft.com/office/officeart/2005/8/layout/hierarchy1"/>
    <dgm:cxn modelId="{07AF3DDB-1E6B-4210-92D7-25A6124DF90D}" type="presParOf" srcId="{A6EB6E25-2881-45C7-AC17-58406C19BE4F}" destId="{E75735A6-F2EC-4A73-A30C-78AD7B41CF71}" srcOrd="1" destOrd="0" presId="urn:microsoft.com/office/officeart/2005/8/layout/hierarchy1"/>
    <dgm:cxn modelId="{9571C5FF-4989-40B5-8EE5-D19A43FE5A32}" type="presParOf" srcId="{B6C69ADB-C586-4ACF-A818-9B1C17BC748D}" destId="{3E9F5A21-B6C4-45B1-A0B0-66E0EAECAD41}" srcOrd="6" destOrd="0" presId="urn:microsoft.com/office/officeart/2005/8/layout/hierarchy1"/>
    <dgm:cxn modelId="{89252CD7-22F5-4EE3-8CB2-B01D04C5B7B3}" type="presParOf" srcId="{B6C69ADB-C586-4ACF-A818-9B1C17BC748D}" destId="{5B2B2E62-A199-4345-AA14-7E2FA4E83D53}" srcOrd="7" destOrd="0" presId="urn:microsoft.com/office/officeart/2005/8/layout/hierarchy1"/>
    <dgm:cxn modelId="{AFFEBBDB-459E-4B93-AEC4-94E3B9946707}" type="presParOf" srcId="{5B2B2E62-A199-4345-AA14-7E2FA4E83D53}" destId="{30016C7F-D3BB-4A06-ACBD-0546C0C9ECC6}" srcOrd="0" destOrd="0" presId="urn:microsoft.com/office/officeart/2005/8/layout/hierarchy1"/>
    <dgm:cxn modelId="{3C1749AD-ACB9-4DA5-A56F-E67EBB17D532}" type="presParOf" srcId="{30016C7F-D3BB-4A06-ACBD-0546C0C9ECC6}" destId="{C01D53A3-FA5E-46D0-BC4A-838184F47FAC}" srcOrd="0" destOrd="0" presId="urn:microsoft.com/office/officeart/2005/8/layout/hierarchy1"/>
    <dgm:cxn modelId="{FBE61F6A-79DD-40BF-995B-E59850DA9DE1}" type="presParOf" srcId="{30016C7F-D3BB-4A06-ACBD-0546C0C9ECC6}" destId="{FDDC531A-E4CC-4492-97BB-5BB042F951CC}" srcOrd="1" destOrd="0" presId="urn:microsoft.com/office/officeart/2005/8/layout/hierarchy1"/>
    <dgm:cxn modelId="{BB060CEA-D4EC-455C-8A68-D7F304033CFB}" type="presParOf" srcId="{5B2B2E62-A199-4345-AA14-7E2FA4E83D53}" destId="{597FB5D9-D0F4-453B-974B-28BC8217E7F4}" srcOrd="1" destOrd="0" presId="urn:microsoft.com/office/officeart/2005/8/layout/hierarchy1"/>
    <dgm:cxn modelId="{F4DAEB83-85FE-40F7-A0EA-02F451D3B414}" type="presParOf" srcId="{B6C69ADB-C586-4ACF-A818-9B1C17BC748D}" destId="{FD93C7E5-2E4C-4D44-B14C-277F7B83F86D}" srcOrd="8" destOrd="0" presId="urn:microsoft.com/office/officeart/2005/8/layout/hierarchy1"/>
    <dgm:cxn modelId="{E52FAD8D-6649-41E8-9927-B663EFC84CF0}" type="presParOf" srcId="{B6C69ADB-C586-4ACF-A818-9B1C17BC748D}" destId="{65ACB143-BF92-4266-AA2C-D6AB7DC21416}" srcOrd="9" destOrd="0" presId="urn:microsoft.com/office/officeart/2005/8/layout/hierarchy1"/>
    <dgm:cxn modelId="{4F3D2645-58D7-4014-98EE-5C481664CDE2}" type="presParOf" srcId="{65ACB143-BF92-4266-AA2C-D6AB7DC21416}" destId="{07FC147D-2A1C-40B6-A103-57D49152D2AE}" srcOrd="0" destOrd="0" presId="urn:microsoft.com/office/officeart/2005/8/layout/hierarchy1"/>
    <dgm:cxn modelId="{5EF62CA7-C3B3-4A63-9E52-3E7256384C63}" type="presParOf" srcId="{07FC147D-2A1C-40B6-A103-57D49152D2AE}" destId="{B9D9E771-B543-4F6E-9DDA-E0B3C61DF647}" srcOrd="0" destOrd="0" presId="urn:microsoft.com/office/officeart/2005/8/layout/hierarchy1"/>
    <dgm:cxn modelId="{3C0E7F15-6722-494B-8195-153E104E4BC4}" type="presParOf" srcId="{07FC147D-2A1C-40B6-A103-57D49152D2AE}" destId="{FAA47542-FAA8-4E8D-9874-F1904B8C42D8}" srcOrd="1" destOrd="0" presId="urn:microsoft.com/office/officeart/2005/8/layout/hierarchy1"/>
    <dgm:cxn modelId="{18207777-4B48-4FE7-A942-994EA22D2A46}" type="presParOf" srcId="{65ACB143-BF92-4266-AA2C-D6AB7DC21416}" destId="{F7B81496-83AA-4C7F-8648-DAFCB04B60E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599446D-7C42-4189-8CCB-6EBDA8E84B76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12052A12-0B47-4F94-BF90-A7BAA34E1673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sz="2400" cap="none" dirty="0"/>
            <a:t>Разработка отечественных языковых моделей </a:t>
          </a:r>
          <a:endParaRPr lang="en-US" sz="2400" cap="none" dirty="0"/>
        </a:p>
      </dgm:t>
    </dgm:pt>
    <dgm:pt modelId="{01E1D015-A50E-4191-9CDD-3390F793EB88}" type="parTrans" cxnId="{B74ECEC1-DF11-43E4-9660-F59DF8A348AC}">
      <dgm:prSet/>
      <dgm:spPr/>
      <dgm:t>
        <a:bodyPr/>
        <a:lstStyle/>
        <a:p>
          <a:endParaRPr lang="en-US" sz="1800"/>
        </a:p>
      </dgm:t>
    </dgm:pt>
    <dgm:pt modelId="{94EED288-05C9-44A6-A616-760EE570E7D0}" type="sibTrans" cxnId="{B74ECEC1-DF11-43E4-9660-F59DF8A348AC}">
      <dgm:prSet/>
      <dgm:spPr/>
      <dgm:t>
        <a:bodyPr/>
        <a:lstStyle/>
        <a:p>
          <a:endParaRPr lang="en-US" sz="1800"/>
        </a:p>
      </dgm:t>
    </dgm:pt>
    <dgm:pt modelId="{60FECDB8-B7D3-4394-97D7-BF4FF7FDFE2D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sz="2400" cap="none" dirty="0"/>
            <a:t>Создание локальных корпоративных решений для вузов </a:t>
          </a:r>
          <a:endParaRPr lang="en-US" sz="2400" cap="none" dirty="0"/>
        </a:p>
      </dgm:t>
    </dgm:pt>
    <dgm:pt modelId="{82E2CDC9-C6ED-44BD-9740-A7F7B74B21D0}" type="parTrans" cxnId="{36470CAB-93D0-46AE-A9E5-6489C4AF8680}">
      <dgm:prSet/>
      <dgm:spPr/>
      <dgm:t>
        <a:bodyPr/>
        <a:lstStyle/>
        <a:p>
          <a:endParaRPr lang="en-US" sz="1800"/>
        </a:p>
      </dgm:t>
    </dgm:pt>
    <dgm:pt modelId="{ECE0E7FF-9865-4597-A6AD-34AFB6420B96}" type="sibTrans" cxnId="{36470CAB-93D0-46AE-A9E5-6489C4AF8680}">
      <dgm:prSet/>
      <dgm:spPr/>
      <dgm:t>
        <a:bodyPr/>
        <a:lstStyle/>
        <a:p>
          <a:endParaRPr lang="en-US" sz="1800"/>
        </a:p>
      </dgm:t>
    </dgm:pt>
    <dgm:pt modelId="{68BD27A8-9D2E-43E3-A771-3B8D21217CA3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 sz="2400" cap="none" dirty="0"/>
            <a:t>Интеграция БЯМ в электронные образовательные среды и системы дистанционного обучения </a:t>
          </a:r>
          <a:endParaRPr lang="en-US" sz="2400" cap="none" dirty="0"/>
        </a:p>
      </dgm:t>
    </dgm:pt>
    <dgm:pt modelId="{308964FC-31B4-47F7-9E03-4E09E5D61C3C}" type="parTrans" cxnId="{CA46BC17-8DA0-494D-8C2A-2423A1A147DD}">
      <dgm:prSet/>
      <dgm:spPr/>
      <dgm:t>
        <a:bodyPr/>
        <a:lstStyle/>
        <a:p>
          <a:endParaRPr lang="en-US" sz="1800"/>
        </a:p>
      </dgm:t>
    </dgm:pt>
    <dgm:pt modelId="{62012C06-FEBB-402E-847C-FCEE414A3C5F}" type="sibTrans" cxnId="{CA46BC17-8DA0-494D-8C2A-2423A1A147DD}">
      <dgm:prSet/>
      <dgm:spPr/>
      <dgm:t>
        <a:bodyPr/>
        <a:lstStyle/>
        <a:p>
          <a:endParaRPr lang="en-US" sz="1800"/>
        </a:p>
      </dgm:t>
    </dgm:pt>
    <dgm:pt modelId="{205FE5E1-FF50-412A-9E94-54BF20CB6F07}" type="pres">
      <dgm:prSet presAssocID="{3599446D-7C42-4189-8CCB-6EBDA8E84B76}" presName="root" presStyleCnt="0">
        <dgm:presLayoutVars>
          <dgm:dir/>
          <dgm:resizeHandles val="exact"/>
        </dgm:presLayoutVars>
      </dgm:prSet>
      <dgm:spPr/>
    </dgm:pt>
    <dgm:pt modelId="{E3EA5692-2A6C-4A1B-8675-7C65385CEC92}" type="pres">
      <dgm:prSet presAssocID="{12052A12-0B47-4F94-BF90-A7BAA34E1673}" presName="compNode" presStyleCnt="0"/>
      <dgm:spPr/>
    </dgm:pt>
    <dgm:pt modelId="{613D0B16-1C4D-45E8-A8BC-F1C46BDAFD7A}" type="pres">
      <dgm:prSet presAssocID="{12052A12-0B47-4F94-BF90-A7BAA34E1673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DD3E6B1-6783-4EC8-8908-486DDFFBCBE9}" type="pres">
      <dgm:prSet presAssocID="{12052A12-0B47-4F94-BF90-A7BAA34E1673}" presName="iconRect" presStyleLbl="node1" presStyleIdx="0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Чат со сплошной заливкой"/>
        </a:ext>
      </dgm:extLst>
    </dgm:pt>
    <dgm:pt modelId="{D95F7A26-CF7D-4125-8E8B-EF3E868F2B2F}" type="pres">
      <dgm:prSet presAssocID="{12052A12-0B47-4F94-BF90-A7BAA34E1673}" presName="spaceRect" presStyleCnt="0"/>
      <dgm:spPr/>
    </dgm:pt>
    <dgm:pt modelId="{2E260E94-F3C7-4957-BEB3-71D39A25EC26}" type="pres">
      <dgm:prSet presAssocID="{12052A12-0B47-4F94-BF90-A7BAA34E1673}" presName="textRect" presStyleLbl="revTx" presStyleIdx="0" presStyleCnt="3">
        <dgm:presLayoutVars>
          <dgm:chMax val="1"/>
          <dgm:chPref val="1"/>
        </dgm:presLayoutVars>
      </dgm:prSet>
      <dgm:spPr/>
    </dgm:pt>
    <dgm:pt modelId="{97C26335-7B3C-46CB-87FE-C1E5D24DCEE1}" type="pres">
      <dgm:prSet presAssocID="{94EED288-05C9-44A6-A616-760EE570E7D0}" presName="sibTrans" presStyleCnt="0"/>
      <dgm:spPr/>
    </dgm:pt>
    <dgm:pt modelId="{00A24EAC-4602-40C9-BEE5-24518EC46507}" type="pres">
      <dgm:prSet presAssocID="{60FECDB8-B7D3-4394-97D7-BF4FF7FDFE2D}" presName="compNode" presStyleCnt="0"/>
      <dgm:spPr/>
    </dgm:pt>
    <dgm:pt modelId="{7A584994-8260-43A4-8E19-29F3B45964B6}" type="pres">
      <dgm:prSet presAssocID="{60FECDB8-B7D3-4394-97D7-BF4FF7FDFE2D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8A204EFE-CEA3-432D-BE8E-DAFF439C9DC5}" type="pres">
      <dgm:prSet presAssocID="{60FECDB8-B7D3-4394-97D7-BF4FF7FDFE2D}" presName="iconRect" presStyleLbl="node1" presStyleIdx="1" presStyleCnt="3"/>
      <dgm:spPr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Блокчейн со сплошной заливкой"/>
        </a:ext>
      </dgm:extLst>
    </dgm:pt>
    <dgm:pt modelId="{6E9413E8-F772-46F3-A4BB-8DB4788BE3CB}" type="pres">
      <dgm:prSet presAssocID="{60FECDB8-B7D3-4394-97D7-BF4FF7FDFE2D}" presName="spaceRect" presStyleCnt="0"/>
      <dgm:spPr/>
    </dgm:pt>
    <dgm:pt modelId="{234D84E0-F043-44C7-9D8E-B81E70C6556E}" type="pres">
      <dgm:prSet presAssocID="{60FECDB8-B7D3-4394-97D7-BF4FF7FDFE2D}" presName="textRect" presStyleLbl="revTx" presStyleIdx="1" presStyleCnt="3">
        <dgm:presLayoutVars>
          <dgm:chMax val="1"/>
          <dgm:chPref val="1"/>
        </dgm:presLayoutVars>
      </dgm:prSet>
      <dgm:spPr/>
    </dgm:pt>
    <dgm:pt modelId="{276E26D1-1627-466C-96A6-95108E1F3F58}" type="pres">
      <dgm:prSet presAssocID="{ECE0E7FF-9865-4597-A6AD-34AFB6420B96}" presName="sibTrans" presStyleCnt="0"/>
      <dgm:spPr/>
    </dgm:pt>
    <dgm:pt modelId="{E1B1BBF3-90EF-4F4D-8AE3-8B22FEAAB4AA}" type="pres">
      <dgm:prSet presAssocID="{68BD27A8-9D2E-43E3-A771-3B8D21217CA3}" presName="compNode" presStyleCnt="0"/>
      <dgm:spPr/>
    </dgm:pt>
    <dgm:pt modelId="{187E2DAF-4CD2-44E3-988D-C4D32312F967}" type="pres">
      <dgm:prSet presAssocID="{68BD27A8-9D2E-43E3-A771-3B8D21217CA3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6FF9F09A-4796-4029-9565-6D65EE53B05F}" type="pres">
      <dgm:prSet presAssocID="{68BD27A8-9D2E-43E3-A771-3B8D21217CA3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Компьютер"/>
        </a:ext>
      </dgm:extLst>
    </dgm:pt>
    <dgm:pt modelId="{33C64F7A-F9A7-48CE-93C9-D8ADEC7EDB5C}" type="pres">
      <dgm:prSet presAssocID="{68BD27A8-9D2E-43E3-A771-3B8D21217CA3}" presName="spaceRect" presStyleCnt="0"/>
      <dgm:spPr/>
    </dgm:pt>
    <dgm:pt modelId="{284C7A75-9071-4B3A-8D17-68E8FB2954AA}" type="pres">
      <dgm:prSet presAssocID="{68BD27A8-9D2E-43E3-A771-3B8D21217CA3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CA46BC17-8DA0-494D-8C2A-2423A1A147DD}" srcId="{3599446D-7C42-4189-8CCB-6EBDA8E84B76}" destId="{68BD27A8-9D2E-43E3-A771-3B8D21217CA3}" srcOrd="2" destOrd="0" parTransId="{308964FC-31B4-47F7-9E03-4E09E5D61C3C}" sibTransId="{62012C06-FEBB-402E-847C-FCEE414A3C5F}"/>
    <dgm:cxn modelId="{2CB29F3C-49AC-41B5-90BD-42A0A4D0F5DE}" type="presOf" srcId="{68BD27A8-9D2E-43E3-A771-3B8D21217CA3}" destId="{284C7A75-9071-4B3A-8D17-68E8FB2954AA}" srcOrd="0" destOrd="0" presId="urn:microsoft.com/office/officeart/2018/5/layout/IconLeafLabelList"/>
    <dgm:cxn modelId="{4765D171-1F59-4D59-BEAB-E1EC6132BF88}" type="presOf" srcId="{12052A12-0B47-4F94-BF90-A7BAA34E1673}" destId="{2E260E94-F3C7-4957-BEB3-71D39A25EC26}" srcOrd="0" destOrd="0" presId="urn:microsoft.com/office/officeart/2018/5/layout/IconLeafLabelList"/>
    <dgm:cxn modelId="{73841457-FF4C-44D1-A706-DBF1C2C1CC70}" type="presOf" srcId="{3599446D-7C42-4189-8CCB-6EBDA8E84B76}" destId="{205FE5E1-FF50-412A-9E94-54BF20CB6F07}" srcOrd="0" destOrd="0" presId="urn:microsoft.com/office/officeart/2018/5/layout/IconLeafLabelList"/>
    <dgm:cxn modelId="{36470CAB-93D0-46AE-A9E5-6489C4AF8680}" srcId="{3599446D-7C42-4189-8CCB-6EBDA8E84B76}" destId="{60FECDB8-B7D3-4394-97D7-BF4FF7FDFE2D}" srcOrd="1" destOrd="0" parTransId="{82E2CDC9-C6ED-44BD-9740-A7F7B74B21D0}" sibTransId="{ECE0E7FF-9865-4597-A6AD-34AFB6420B96}"/>
    <dgm:cxn modelId="{B74ECEC1-DF11-43E4-9660-F59DF8A348AC}" srcId="{3599446D-7C42-4189-8CCB-6EBDA8E84B76}" destId="{12052A12-0B47-4F94-BF90-A7BAA34E1673}" srcOrd="0" destOrd="0" parTransId="{01E1D015-A50E-4191-9CDD-3390F793EB88}" sibTransId="{94EED288-05C9-44A6-A616-760EE570E7D0}"/>
    <dgm:cxn modelId="{A5B00EC8-7985-412C-95DC-EFABEB85AFE1}" type="presOf" srcId="{60FECDB8-B7D3-4394-97D7-BF4FF7FDFE2D}" destId="{234D84E0-F043-44C7-9D8E-B81E70C6556E}" srcOrd="0" destOrd="0" presId="urn:microsoft.com/office/officeart/2018/5/layout/IconLeafLabelList"/>
    <dgm:cxn modelId="{737F00C0-72C0-4854-BAEA-F1D9BB657365}" type="presParOf" srcId="{205FE5E1-FF50-412A-9E94-54BF20CB6F07}" destId="{E3EA5692-2A6C-4A1B-8675-7C65385CEC92}" srcOrd="0" destOrd="0" presId="urn:microsoft.com/office/officeart/2018/5/layout/IconLeafLabelList"/>
    <dgm:cxn modelId="{29D78511-1590-4636-B4D3-25B10A832269}" type="presParOf" srcId="{E3EA5692-2A6C-4A1B-8675-7C65385CEC92}" destId="{613D0B16-1C4D-45E8-A8BC-F1C46BDAFD7A}" srcOrd="0" destOrd="0" presId="urn:microsoft.com/office/officeart/2018/5/layout/IconLeafLabelList"/>
    <dgm:cxn modelId="{AF01CBAB-C9F9-42D4-91EE-BB6ADED200FD}" type="presParOf" srcId="{E3EA5692-2A6C-4A1B-8675-7C65385CEC92}" destId="{BDD3E6B1-6783-4EC8-8908-486DDFFBCBE9}" srcOrd="1" destOrd="0" presId="urn:microsoft.com/office/officeart/2018/5/layout/IconLeafLabelList"/>
    <dgm:cxn modelId="{3E29D2C8-A363-411F-8585-727BD80348EB}" type="presParOf" srcId="{E3EA5692-2A6C-4A1B-8675-7C65385CEC92}" destId="{D95F7A26-CF7D-4125-8E8B-EF3E868F2B2F}" srcOrd="2" destOrd="0" presId="urn:microsoft.com/office/officeart/2018/5/layout/IconLeafLabelList"/>
    <dgm:cxn modelId="{0AEE722D-E129-4DA6-A361-461AC27E97EC}" type="presParOf" srcId="{E3EA5692-2A6C-4A1B-8675-7C65385CEC92}" destId="{2E260E94-F3C7-4957-BEB3-71D39A25EC26}" srcOrd="3" destOrd="0" presId="urn:microsoft.com/office/officeart/2018/5/layout/IconLeafLabelList"/>
    <dgm:cxn modelId="{DDD9234F-3420-4162-836D-CA4B318E79BF}" type="presParOf" srcId="{205FE5E1-FF50-412A-9E94-54BF20CB6F07}" destId="{97C26335-7B3C-46CB-87FE-C1E5D24DCEE1}" srcOrd="1" destOrd="0" presId="urn:microsoft.com/office/officeart/2018/5/layout/IconLeafLabelList"/>
    <dgm:cxn modelId="{27E0C52B-294F-4783-8B5A-99B00EC8BCCE}" type="presParOf" srcId="{205FE5E1-FF50-412A-9E94-54BF20CB6F07}" destId="{00A24EAC-4602-40C9-BEE5-24518EC46507}" srcOrd="2" destOrd="0" presId="urn:microsoft.com/office/officeart/2018/5/layout/IconLeafLabelList"/>
    <dgm:cxn modelId="{5D7685F2-09A5-49D5-A40F-07201D319C68}" type="presParOf" srcId="{00A24EAC-4602-40C9-BEE5-24518EC46507}" destId="{7A584994-8260-43A4-8E19-29F3B45964B6}" srcOrd="0" destOrd="0" presId="urn:microsoft.com/office/officeart/2018/5/layout/IconLeafLabelList"/>
    <dgm:cxn modelId="{70E00F81-D787-4F4A-8919-69C92E07CE89}" type="presParOf" srcId="{00A24EAC-4602-40C9-BEE5-24518EC46507}" destId="{8A204EFE-CEA3-432D-BE8E-DAFF439C9DC5}" srcOrd="1" destOrd="0" presId="urn:microsoft.com/office/officeart/2018/5/layout/IconLeafLabelList"/>
    <dgm:cxn modelId="{95ABE8BE-670E-42D5-8824-C8F279226A61}" type="presParOf" srcId="{00A24EAC-4602-40C9-BEE5-24518EC46507}" destId="{6E9413E8-F772-46F3-A4BB-8DB4788BE3CB}" srcOrd="2" destOrd="0" presId="urn:microsoft.com/office/officeart/2018/5/layout/IconLeafLabelList"/>
    <dgm:cxn modelId="{1E255D5E-2AC6-4915-99D8-5FAE9F429949}" type="presParOf" srcId="{00A24EAC-4602-40C9-BEE5-24518EC46507}" destId="{234D84E0-F043-44C7-9D8E-B81E70C6556E}" srcOrd="3" destOrd="0" presId="urn:microsoft.com/office/officeart/2018/5/layout/IconLeafLabelList"/>
    <dgm:cxn modelId="{44AC4A85-2FF9-44D8-A22C-51B7E0817159}" type="presParOf" srcId="{205FE5E1-FF50-412A-9E94-54BF20CB6F07}" destId="{276E26D1-1627-466C-96A6-95108E1F3F58}" srcOrd="3" destOrd="0" presId="urn:microsoft.com/office/officeart/2018/5/layout/IconLeafLabelList"/>
    <dgm:cxn modelId="{F611D6FD-7896-4EBF-9E87-A6748C14233D}" type="presParOf" srcId="{205FE5E1-FF50-412A-9E94-54BF20CB6F07}" destId="{E1B1BBF3-90EF-4F4D-8AE3-8B22FEAAB4AA}" srcOrd="4" destOrd="0" presId="urn:microsoft.com/office/officeart/2018/5/layout/IconLeafLabelList"/>
    <dgm:cxn modelId="{F35EC900-890A-40BF-929D-F5B69CD885E4}" type="presParOf" srcId="{E1B1BBF3-90EF-4F4D-8AE3-8B22FEAAB4AA}" destId="{187E2DAF-4CD2-44E3-988D-C4D32312F967}" srcOrd="0" destOrd="0" presId="urn:microsoft.com/office/officeart/2018/5/layout/IconLeafLabelList"/>
    <dgm:cxn modelId="{3A6618D0-70C2-4B75-8FC3-783771BB4B48}" type="presParOf" srcId="{E1B1BBF3-90EF-4F4D-8AE3-8B22FEAAB4AA}" destId="{6FF9F09A-4796-4029-9565-6D65EE53B05F}" srcOrd="1" destOrd="0" presId="urn:microsoft.com/office/officeart/2018/5/layout/IconLeafLabelList"/>
    <dgm:cxn modelId="{1F4C2E2A-1E93-451B-8F04-222F8AB4D08C}" type="presParOf" srcId="{E1B1BBF3-90EF-4F4D-8AE3-8B22FEAAB4AA}" destId="{33C64F7A-F9A7-48CE-93C9-D8ADEC7EDB5C}" srcOrd="2" destOrd="0" presId="urn:microsoft.com/office/officeart/2018/5/layout/IconLeafLabelList"/>
    <dgm:cxn modelId="{2E389409-8C04-4A09-B28C-6949A650CAD4}" type="presParOf" srcId="{E1B1BBF3-90EF-4F4D-8AE3-8B22FEAAB4AA}" destId="{284C7A75-9071-4B3A-8D17-68E8FB2954AA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F2B0639-A70E-4E63-86E9-D86667E51978}">
      <dsp:nvSpPr>
        <dsp:cNvPr id="0" name=""/>
        <dsp:cNvSpPr/>
      </dsp:nvSpPr>
      <dsp:spPr>
        <a:xfrm>
          <a:off x="1203" y="536719"/>
          <a:ext cx="4223907" cy="268218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37EB29A8-76B6-42FC-A0C9-AA244777BE04}">
      <dsp:nvSpPr>
        <dsp:cNvPr id="0" name=""/>
        <dsp:cNvSpPr/>
      </dsp:nvSpPr>
      <dsp:spPr>
        <a:xfrm>
          <a:off x="470526" y="982576"/>
          <a:ext cx="4223907" cy="268218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400" kern="1200" baseline="0" dirty="0"/>
            <a:t>Обзор выполнен на основе анализа научных статей российских авторов, опубликованных в 2023–2025 гг. </a:t>
          </a:r>
          <a:endParaRPr lang="en-US" sz="2400" kern="1200" dirty="0"/>
        </a:p>
      </dsp:txBody>
      <dsp:txXfrm>
        <a:off x="549084" y="1061134"/>
        <a:ext cx="4066791" cy="2525065"/>
      </dsp:txXfrm>
    </dsp:sp>
    <dsp:sp modelId="{83E61061-DDAE-496A-9341-6741F0EEEBD1}">
      <dsp:nvSpPr>
        <dsp:cNvPr id="0" name=""/>
        <dsp:cNvSpPr/>
      </dsp:nvSpPr>
      <dsp:spPr>
        <a:xfrm>
          <a:off x="5163757" y="536719"/>
          <a:ext cx="4223907" cy="268218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714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FEF1E6D4-BCB3-4661-8616-DCA652A686F2}">
      <dsp:nvSpPr>
        <dsp:cNvPr id="0" name=""/>
        <dsp:cNvSpPr/>
      </dsp:nvSpPr>
      <dsp:spPr>
        <a:xfrm>
          <a:off x="5633080" y="982576"/>
          <a:ext cx="4223907" cy="268218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000" kern="1200" baseline="0" dirty="0"/>
            <a:t>Поиск источников осуществлялся по ключевым словам «большие языковые модели», «ChatGPT», «искусственный интеллект в образовании», «цифровые образовательные технологии». </a:t>
          </a:r>
          <a:endParaRPr lang="en-US" sz="2000" kern="1200" dirty="0"/>
        </a:p>
      </dsp:txBody>
      <dsp:txXfrm>
        <a:off x="5711638" y="1061134"/>
        <a:ext cx="4066791" cy="252506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B6D5B5-7F05-4419-89E9-908787F814E1}">
      <dsp:nvSpPr>
        <dsp:cNvPr id="0" name=""/>
        <dsp:cNvSpPr/>
      </dsp:nvSpPr>
      <dsp:spPr>
        <a:xfrm>
          <a:off x="0" y="630"/>
          <a:ext cx="9885549" cy="147554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12AB43-74A3-434C-9E82-87423BC4A22A}">
      <dsp:nvSpPr>
        <dsp:cNvPr id="0" name=""/>
        <dsp:cNvSpPr/>
      </dsp:nvSpPr>
      <dsp:spPr>
        <a:xfrm>
          <a:off x="446351" y="332627"/>
          <a:ext cx="811548" cy="811548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68F52B-DFBF-4129-B41F-714C6ACD11C7}">
      <dsp:nvSpPr>
        <dsp:cNvPr id="0" name=""/>
        <dsp:cNvSpPr/>
      </dsp:nvSpPr>
      <dsp:spPr>
        <a:xfrm>
          <a:off x="1704252" y="630"/>
          <a:ext cx="8181296" cy="1475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62" tIns="156162" rIns="156162" bIns="156162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b="0" i="0" kern="1200" dirty="0"/>
            <a:t>персонализация обучения</a:t>
          </a:r>
          <a:endParaRPr lang="en-US" sz="2800" b="0" kern="1200" dirty="0"/>
        </a:p>
      </dsp:txBody>
      <dsp:txXfrm>
        <a:off x="1704252" y="630"/>
        <a:ext cx="8181296" cy="1475543"/>
      </dsp:txXfrm>
    </dsp:sp>
    <dsp:sp modelId="{F8636798-32E4-4AB8-A2CC-A6909531EA94}">
      <dsp:nvSpPr>
        <dsp:cNvPr id="0" name=""/>
        <dsp:cNvSpPr/>
      </dsp:nvSpPr>
      <dsp:spPr>
        <a:xfrm>
          <a:off x="0" y="1869155"/>
          <a:ext cx="9885549" cy="147554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1F9D01-FD81-4D22-AB44-A6F3C561D014}">
      <dsp:nvSpPr>
        <dsp:cNvPr id="0" name=""/>
        <dsp:cNvSpPr/>
      </dsp:nvSpPr>
      <dsp:spPr>
        <a:xfrm>
          <a:off x="446351" y="2177056"/>
          <a:ext cx="811548" cy="811548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DD26DC-BB44-4D1D-B157-C3AC120222A2}">
      <dsp:nvSpPr>
        <dsp:cNvPr id="0" name=""/>
        <dsp:cNvSpPr/>
      </dsp:nvSpPr>
      <dsp:spPr>
        <a:xfrm>
          <a:off x="1704252" y="1845059"/>
          <a:ext cx="8181296" cy="1475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62" tIns="156162" rIns="156162" bIns="156162" numCol="1" spcCol="1270" anchor="ctr" anchorCtr="0">
          <a:noAutofit/>
        </a:bodyPr>
        <a:lstStyle/>
        <a:p>
          <a:pPr marL="0" lvl="0" indent="0" algn="l" defTabSz="12446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b="0" i="0" kern="1200" dirty="0"/>
            <a:t>автоматизация рутинных задач преподавателя</a:t>
          </a:r>
          <a:endParaRPr lang="en-US" sz="2800" b="0" kern="1200" dirty="0"/>
        </a:p>
      </dsp:txBody>
      <dsp:txXfrm>
        <a:off x="1704252" y="1845059"/>
        <a:ext cx="8181296" cy="1475543"/>
      </dsp:txXfrm>
    </dsp:sp>
    <dsp:sp modelId="{D221C008-EC39-467D-AEA9-5CD1FDCA87D1}">
      <dsp:nvSpPr>
        <dsp:cNvPr id="0" name=""/>
        <dsp:cNvSpPr/>
      </dsp:nvSpPr>
      <dsp:spPr>
        <a:xfrm>
          <a:off x="0" y="3689488"/>
          <a:ext cx="9885549" cy="1475543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CF2B0D-59A5-4ED7-B04A-08B4CCEE1B42}">
      <dsp:nvSpPr>
        <dsp:cNvPr id="0" name=""/>
        <dsp:cNvSpPr/>
      </dsp:nvSpPr>
      <dsp:spPr>
        <a:xfrm>
          <a:off x="446351" y="4021485"/>
          <a:ext cx="811548" cy="811548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ln w="1397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B6C2FD-BD47-4076-A4E0-3763977B8080}">
      <dsp:nvSpPr>
        <dsp:cNvPr id="0" name=""/>
        <dsp:cNvSpPr/>
      </dsp:nvSpPr>
      <dsp:spPr>
        <a:xfrm>
          <a:off x="1704252" y="3689488"/>
          <a:ext cx="8181296" cy="14755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162" tIns="156162" rIns="156162" bIns="156162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500" b="0" i="0" kern="1200" dirty="0"/>
            <a:t>поддержка письменной и исследовательской работы студентов</a:t>
          </a:r>
          <a:endParaRPr lang="ru-RU" sz="2500" b="0" kern="1200" dirty="0"/>
        </a:p>
      </dsp:txBody>
      <dsp:txXfrm>
        <a:off x="1704252" y="3689488"/>
        <a:ext cx="8181296" cy="14755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93C7E5-2E4C-4D44-B14C-277F7B83F86D}">
      <dsp:nvSpPr>
        <dsp:cNvPr id="0" name=""/>
        <dsp:cNvSpPr/>
      </dsp:nvSpPr>
      <dsp:spPr>
        <a:xfrm>
          <a:off x="5231046" y="1358076"/>
          <a:ext cx="3959639" cy="36425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481134"/>
              </a:lnTo>
              <a:lnTo>
                <a:pt x="3959639" y="3481134"/>
              </a:lnTo>
              <a:lnTo>
                <a:pt x="3959639" y="3642568"/>
              </a:lnTo>
            </a:path>
          </a:pathLst>
        </a:cu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E9F5A21-B6C4-45B1-A0B0-66E0EAECAD41}">
      <dsp:nvSpPr>
        <dsp:cNvPr id="0" name=""/>
        <dsp:cNvSpPr/>
      </dsp:nvSpPr>
      <dsp:spPr>
        <a:xfrm>
          <a:off x="5231046" y="1358076"/>
          <a:ext cx="2496149" cy="18400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678620"/>
              </a:lnTo>
              <a:lnTo>
                <a:pt x="2496149" y="1678620"/>
              </a:lnTo>
              <a:lnTo>
                <a:pt x="2496149" y="1840054"/>
              </a:lnTo>
            </a:path>
          </a:pathLst>
        </a:cu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6932DE1-8D02-4AB8-810E-634DC890F336}">
      <dsp:nvSpPr>
        <dsp:cNvPr id="0" name=""/>
        <dsp:cNvSpPr/>
      </dsp:nvSpPr>
      <dsp:spPr>
        <a:xfrm>
          <a:off x="5185308" y="1358076"/>
          <a:ext cx="91440" cy="3645700"/>
        </a:xfrm>
        <a:custGeom>
          <a:avLst/>
          <a:gdLst/>
          <a:ahLst/>
          <a:cxnLst/>
          <a:rect l="0" t="0" r="0" b="0"/>
          <a:pathLst>
            <a:path>
              <a:moveTo>
                <a:pt x="45737" y="0"/>
              </a:moveTo>
              <a:lnTo>
                <a:pt x="45737" y="3484266"/>
              </a:lnTo>
              <a:lnTo>
                <a:pt x="45720" y="3484266"/>
              </a:lnTo>
              <a:lnTo>
                <a:pt x="45720" y="3645700"/>
              </a:lnTo>
            </a:path>
          </a:pathLst>
        </a:cu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0E5BCA-9C3A-4859-9EFD-44628139DCA7}">
      <dsp:nvSpPr>
        <dsp:cNvPr id="0" name=""/>
        <dsp:cNvSpPr/>
      </dsp:nvSpPr>
      <dsp:spPr>
        <a:xfrm>
          <a:off x="2809568" y="1358076"/>
          <a:ext cx="2421478" cy="1203847"/>
        </a:xfrm>
        <a:custGeom>
          <a:avLst/>
          <a:gdLst/>
          <a:ahLst/>
          <a:cxnLst/>
          <a:rect l="0" t="0" r="0" b="0"/>
          <a:pathLst>
            <a:path>
              <a:moveTo>
                <a:pt x="2421478" y="0"/>
              </a:moveTo>
              <a:lnTo>
                <a:pt x="2421478" y="1042412"/>
              </a:lnTo>
              <a:lnTo>
                <a:pt x="0" y="1042412"/>
              </a:lnTo>
              <a:lnTo>
                <a:pt x="0" y="1203847"/>
              </a:lnTo>
            </a:path>
          </a:pathLst>
        </a:cu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BAA838E-6914-4E30-9E05-A7A9C5ADE2F9}">
      <dsp:nvSpPr>
        <dsp:cNvPr id="0" name=""/>
        <dsp:cNvSpPr/>
      </dsp:nvSpPr>
      <dsp:spPr>
        <a:xfrm>
          <a:off x="914117" y="1358076"/>
          <a:ext cx="4316929" cy="3498737"/>
        </a:xfrm>
        <a:custGeom>
          <a:avLst/>
          <a:gdLst/>
          <a:ahLst/>
          <a:cxnLst/>
          <a:rect l="0" t="0" r="0" b="0"/>
          <a:pathLst>
            <a:path>
              <a:moveTo>
                <a:pt x="4316929" y="0"/>
              </a:moveTo>
              <a:lnTo>
                <a:pt x="4316929" y="3337303"/>
              </a:lnTo>
              <a:lnTo>
                <a:pt x="0" y="3337303"/>
              </a:lnTo>
              <a:lnTo>
                <a:pt x="0" y="3498737"/>
              </a:lnTo>
            </a:path>
          </a:pathLst>
        </a:custGeom>
        <a:noFill/>
        <a:ln w="1397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78DE82-6AB0-474D-9535-CB9E2E71C2BF}">
      <dsp:nvSpPr>
        <dsp:cNvPr id="0" name=""/>
        <dsp:cNvSpPr/>
      </dsp:nvSpPr>
      <dsp:spPr>
        <a:xfrm>
          <a:off x="4359736" y="251512"/>
          <a:ext cx="1742619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8A2743-3896-4F42-9095-2AC4307E66E2}">
      <dsp:nvSpPr>
        <dsp:cNvPr id="0" name=""/>
        <dsp:cNvSpPr/>
      </dsp:nvSpPr>
      <dsp:spPr>
        <a:xfrm>
          <a:off x="4553360" y="435455"/>
          <a:ext cx="1742619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2800" kern="1200" dirty="0"/>
            <a:t>Риски</a:t>
          </a:r>
          <a:endParaRPr lang="en-US" sz="2800" kern="1200" dirty="0"/>
        </a:p>
      </dsp:txBody>
      <dsp:txXfrm>
        <a:off x="4585770" y="467865"/>
        <a:ext cx="1677799" cy="1041743"/>
      </dsp:txXfrm>
    </dsp:sp>
    <dsp:sp modelId="{DA563EA3-48D3-46D0-B68D-A51A4235941C}">
      <dsp:nvSpPr>
        <dsp:cNvPr id="0" name=""/>
        <dsp:cNvSpPr/>
      </dsp:nvSpPr>
      <dsp:spPr>
        <a:xfrm>
          <a:off x="42807" y="4856813"/>
          <a:ext cx="1742619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EB9268-E797-4F69-8E56-B45D35098714}">
      <dsp:nvSpPr>
        <dsp:cNvPr id="0" name=""/>
        <dsp:cNvSpPr/>
      </dsp:nvSpPr>
      <dsp:spPr>
        <a:xfrm>
          <a:off x="236431" y="5040756"/>
          <a:ext cx="1742619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/>
            <a:t>академическая нечестность</a:t>
          </a:r>
          <a:endParaRPr lang="en-US" sz="1600" kern="1200" dirty="0"/>
        </a:p>
      </dsp:txBody>
      <dsp:txXfrm>
        <a:off x="268841" y="5073166"/>
        <a:ext cx="1677799" cy="1041743"/>
      </dsp:txXfrm>
    </dsp:sp>
    <dsp:sp modelId="{B9D6C9AC-24E6-4BF1-A657-C51C1B19E7DB}">
      <dsp:nvSpPr>
        <dsp:cNvPr id="0" name=""/>
        <dsp:cNvSpPr/>
      </dsp:nvSpPr>
      <dsp:spPr>
        <a:xfrm>
          <a:off x="1742266" y="2561923"/>
          <a:ext cx="2134604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1CC215-21C5-435D-8163-C7372573831D}">
      <dsp:nvSpPr>
        <dsp:cNvPr id="0" name=""/>
        <dsp:cNvSpPr/>
      </dsp:nvSpPr>
      <dsp:spPr>
        <a:xfrm>
          <a:off x="1935890" y="2745866"/>
          <a:ext cx="2134604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/>
            <a:t>«галлюцинации» языковых моделей</a:t>
          </a:r>
          <a:endParaRPr lang="en-US" sz="1600" kern="1200" dirty="0"/>
        </a:p>
      </dsp:txBody>
      <dsp:txXfrm>
        <a:off x="1968300" y="2778276"/>
        <a:ext cx="2069784" cy="1041743"/>
      </dsp:txXfrm>
    </dsp:sp>
    <dsp:sp modelId="{BDF651BC-E07E-4091-9B9F-5B1923C2F297}">
      <dsp:nvSpPr>
        <dsp:cNvPr id="0" name=""/>
        <dsp:cNvSpPr/>
      </dsp:nvSpPr>
      <dsp:spPr>
        <a:xfrm>
          <a:off x="4359719" y="5003776"/>
          <a:ext cx="1742619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70AECC-C311-47BE-BDEC-57FDE0753C4B}">
      <dsp:nvSpPr>
        <dsp:cNvPr id="0" name=""/>
        <dsp:cNvSpPr/>
      </dsp:nvSpPr>
      <dsp:spPr>
        <a:xfrm>
          <a:off x="4553343" y="5187719"/>
          <a:ext cx="1742619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/>
            <a:t>нормативное регулирование</a:t>
          </a:r>
          <a:endParaRPr lang="en-US" sz="1600" kern="1200" dirty="0"/>
        </a:p>
      </dsp:txBody>
      <dsp:txXfrm>
        <a:off x="4585753" y="5220129"/>
        <a:ext cx="1677799" cy="1041743"/>
      </dsp:txXfrm>
    </dsp:sp>
    <dsp:sp modelId="{C01D53A3-FA5E-46D0-BC4A-838184F47FAC}">
      <dsp:nvSpPr>
        <dsp:cNvPr id="0" name=""/>
        <dsp:cNvSpPr/>
      </dsp:nvSpPr>
      <dsp:spPr>
        <a:xfrm>
          <a:off x="6855885" y="3198130"/>
          <a:ext cx="1742619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DC531A-E4CC-4492-97BB-5BB042F951CC}">
      <dsp:nvSpPr>
        <dsp:cNvPr id="0" name=""/>
        <dsp:cNvSpPr/>
      </dsp:nvSpPr>
      <dsp:spPr>
        <a:xfrm>
          <a:off x="7049510" y="3382073"/>
          <a:ext cx="1742619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/>
            <a:t>трансформация роли преподавателя</a:t>
          </a:r>
          <a:endParaRPr lang="en-US" sz="1600" kern="1200" dirty="0"/>
        </a:p>
      </dsp:txBody>
      <dsp:txXfrm>
        <a:off x="7081920" y="3414483"/>
        <a:ext cx="1677799" cy="1041743"/>
      </dsp:txXfrm>
    </dsp:sp>
    <dsp:sp modelId="{B9D9E771-B543-4F6E-9DDA-E0B3C61DF647}">
      <dsp:nvSpPr>
        <dsp:cNvPr id="0" name=""/>
        <dsp:cNvSpPr/>
      </dsp:nvSpPr>
      <dsp:spPr>
        <a:xfrm>
          <a:off x="8319376" y="5000644"/>
          <a:ext cx="1742619" cy="11065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A47542-FAA8-4E8D-9874-F1904B8C42D8}">
      <dsp:nvSpPr>
        <dsp:cNvPr id="0" name=""/>
        <dsp:cNvSpPr/>
      </dsp:nvSpPr>
      <dsp:spPr>
        <a:xfrm>
          <a:off x="8513000" y="5184587"/>
          <a:ext cx="1742619" cy="110656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397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600" kern="1200" dirty="0"/>
            <a:t>поверхностное усвоение знаний</a:t>
          </a:r>
          <a:endParaRPr lang="en-US" sz="1600" kern="1200" dirty="0"/>
        </a:p>
      </dsp:txBody>
      <dsp:txXfrm>
        <a:off x="8545410" y="5216997"/>
        <a:ext cx="1677799" cy="104174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3D0B16-1C4D-45E8-A8BC-F1C46BDAFD7A}">
      <dsp:nvSpPr>
        <dsp:cNvPr id="0" name=""/>
        <dsp:cNvSpPr/>
      </dsp:nvSpPr>
      <dsp:spPr>
        <a:xfrm>
          <a:off x="626849" y="391817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3E6B1-6783-4EC8-8908-486DDFFBCBE9}">
      <dsp:nvSpPr>
        <dsp:cNvPr id="0" name=""/>
        <dsp:cNvSpPr/>
      </dsp:nvSpPr>
      <dsp:spPr>
        <a:xfrm>
          <a:off x="1043662" y="808630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rcRect/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260E94-F3C7-4957-BEB3-71D39A25EC26}">
      <dsp:nvSpPr>
        <dsp:cNvPr id="0" name=""/>
        <dsp:cNvSpPr/>
      </dsp:nvSpPr>
      <dsp:spPr>
        <a:xfrm>
          <a:off x="1631" y="2956818"/>
          <a:ext cx="3206250" cy="220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2400" kern="1200" cap="none" dirty="0"/>
            <a:t>Разработка отечественных языковых моделей </a:t>
          </a:r>
          <a:endParaRPr lang="en-US" sz="2400" kern="1200" cap="none" dirty="0"/>
        </a:p>
      </dsp:txBody>
      <dsp:txXfrm>
        <a:off x="1631" y="2956818"/>
        <a:ext cx="3206250" cy="2205000"/>
      </dsp:txXfrm>
    </dsp:sp>
    <dsp:sp modelId="{7A584994-8260-43A4-8E19-29F3B45964B6}">
      <dsp:nvSpPr>
        <dsp:cNvPr id="0" name=""/>
        <dsp:cNvSpPr/>
      </dsp:nvSpPr>
      <dsp:spPr>
        <a:xfrm>
          <a:off x="4394193" y="391817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204EFE-CEA3-432D-BE8E-DAFF439C9DC5}">
      <dsp:nvSpPr>
        <dsp:cNvPr id="0" name=""/>
        <dsp:cNvSpPr/>
      </dsp:nvSpPr>
      <dsp:spPr>
        <a:xfrm>
          <a:off x="4811006" y="808630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4D84E0-F043-44C7-9D8E-B81E70C6556E}">
      <dsp:nvSpPr>
        <dsp:cNvPr id="0" name=""/>
        <dsp:cNvSpPr/>
      </dsp:nvSpPr>
      <dsp:spPr>
        <a:xfrm>
          <a:off x="3768975" y="2956818"/>
          <a:ext cx="3206250" cy="220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2400" kern="1200" cap="none" dirty="0"/>
            <a:t>Создание локальных корпоративных решений для вузов </a:t>
          </a:r>
          <a:endParaRPr lang="en-US" sz="2400" kern="1200" cap="none" dirty="0"/>
        </a:p>
      </dsp:txBody>
      <dsp:txXfrm>
        <a:off x="3768975" y="2956818"/>
        <a:ext cx="3206250" cy="2205000"/>
      </dsp:txXfrm>
    </dsp:sp>
    <dsp:sp modelId="{187E2DAF-4CD2-44E3-988D-C4D32312F967}">
      <dsp:nvSpPr>
        <dsp:cNvPr id="0" name=""/>
        <dsp:cNvSpPr/>
      </dsp:nvSpPr>
      <dsp:spPr>
        <a:xfrm>
          <a:off x="8161537" y="391817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F9F09A-4796-4029-9565-6D65EE53B05F}">
      <dsp:nvSpPr>
        <dsp:cNvPr id="0" name=""/>
        <dsp:cNvSpPr/>
      </dsp:nvSpPr>
      <dsp:spPr>
        <a:xfrm>
          <a:off x="8578350" y="808630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397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4C7A75-9071-4B3A-8D17-68E8FB2954AA}">
      <dsp:nvSpPr>
        <dsp:cNvPr id="0" name=""/>
        <dsp:cNvSpPr/>
      </dsp:nvSpPr>
      <dsp:spPr>
        <a:xfrm>
          <a:off x="7536318" y="2956818"/>
          <a:ext cx="3206250" cy="220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2400" kern="1200" cap="none" dirty="0"/>
            <a:t>Интеграция БЯМ в электронные образовательные среды и системы дистанционного обучения </a:t>
          </a:r>
          <a:endParaRPr lang="en-US" sz="2400" kern="1200" cap="none" dirty="0"/>
        </a:p>
      </dsp:txBody>
      <dsp:txXfrm>
        <a:off x="7536318" y="2956818"/>
        <a:ext cx="3206250" cy="220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475268-B4A2-422F-8A72-9B7DC51C181F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A3851C-D20E-48F6-B9D9-739BB2BB8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5840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A3851C-D20E-48F6-B9D9-739BB2BB872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29166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5776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0713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0907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47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821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1042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0871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3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36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30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9370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87175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9697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365760"/>
            <a:ext cx="9692640" cy="132556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fld id="{6D5ECD92-1D4B-4C92-88C6-1BDE7FDE9838}" type="datetimeFigureOut">
              <a:rPr lang="ru-RU" smtClean="0"/>
              <a:t>02.04.2026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2A5CA61B-5FC0-4C33-84D1-56B4D7DA5AE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3467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-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1800" kern="1200" spc="1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Использование больших языковых моделей в сфере образования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endParaRPr lang="ru-RU" sz="1800" dirty="0">
              <a:solidFill>
                <a:schemeClr val="tx1"/>
              </a:solidFill>
              <a:latin typeface="Helvetica" pitchFamily="34" charset="0"/>
              <a:cs typeface="Helvetica" pitchFamily="34" charset="0"/>
            </a:endParaRP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318655" y="30032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26 </a:t>
            </a:r>
            <a:endParaRPr lang="ru-RU" sz="1800" dirty="0">
              <a:solidFill>
                <a:schemeClr val="tx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9DC2FFD-23E5-E118-987A-0A9DB12A0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0464" y="645106"/>
            <a:ext cx="4534047" cy="213360"/>
          </a:xfrm>
        </p:spPr>
        <p:txBody>
          <a:bodyPr>
            <a:normAutofit fontScale="90000"/>
          </a:bodyPr>
          <a:lstStyle/>
          <a:p>
            <a:r>
              <a:rPr lang="ru-RU" dirty="0"/>
              <a:t>Актуальность</a:t>
            </a:r>
          </a:p>
        </p:txBody>
      </p:sp>
      <p:pic>
        <p:nvPicPr>
          <p:cNvPr id="1026" name="Picture 2" descr="ChatGPT — Википедия">
            <a:extLst>
              <a:ext uri="{FF2B5EF4-FFF2-40B4-BE49-F238E27FC236}">
                <a16:creationId xmlns:a16="http://schemas.microsoft.com/office/drawing/2014/main" id="{E17C653F-148F-B6F6-5C50-EC781DE495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" r="745" b="-1"/>
          <a:stretch>
            <a:fillRect/>
          </a:stretch>
        </p:blipFill>
        <p:spPr bwMode="auto">
          <a:xfrm>
            <a:off x="586753" y="858466"/>
            <a:ext cx="4534047" cy="4603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4">
            <a:extLst>
              <a:ext uri="{FF2B5EF4-FFF2-40B4-BE49-F238E27FC236}">
                <a16:creationId xmlns:a16="http://schemas.microsoft.com/office/drawing/2014/main" id="{F1C79661-1BB9-C32B-41FA-CDC61FBB2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0838" y="1071826"/>
            <a:ext cx="5741244" cy="5321671"/>
          </a:xfrm>
        </p:spPr>
        <p:txBody>
          <a:bodyPr>
            <a:noAutofit/>
          </a:bodyPr>
          <a:lstStyle/>
          <a:p>
            <a:r>
              <a:rPr lang="ru-RU" sz="2800" dirty="0"/>
              <a:t>Активное развитие технологий искусственного интеллекта в последние годы привело к появлению больших языковых моделей (БЯМ), способных генерировать связный текст, отвечать на вопросы, анализировать и обобщать информацию. Эти возможности обусловили повышенный интерес к применению БЯМ в образовательной сфере.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3A6423-5330-76AF-8131-0827F5A2FDF3}"/>
              </a:ext>
            </a:extLst>
          </p:cNvPr>
          <p:cNvSpPr txBox="1"/>
          <p:nvPr/>
        </p:nvSpPr>
        <p:spPr>
          <a:xfrm>
            <a:off x="1089212" y="5701553"/>
            <a:ext cx="3558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Рисунок 1. Эмблема</a:t>
            </a:r>
            <a:r>
              <a:rPr lang="en-US" dirty="0"/>
              <a:t> Chat GPT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83530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06378C3-EA41-4A0B-8144-97AF179E9A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8693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ABC575D-863A-449B-AA18-A22D2A84C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752" y="0"/>
            <a:ext cx="5165308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4E28EA-0FE0-7806-72E9-E92E1484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4708" y="0"/>
            <a:ext cx="4419074" cy="1882588"/>
          </a:xfrm>
        </p:spPr>
        <p:txBody>
          <a:bodyPr anchor="ctr">
            <a:normAutofit/>
          </a:bodyPr>
          <a:lstStyle/>
          <a:p>
            <a:r>
              <a:rPr lang="ru-RU">
                <a:solidFill>
                  <a:schemeClr val="bg1"/>
                </a:solidFill>
              </a:rPr>
              <a:t>Цель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D55563-220C-C6DB-CB19-FEF5D0191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248" y="643465"/>
            <a:ext cx="4009730" cy="5528735"/>
          </a:xfrm>
        </p:spPr>
        <p:txBody>
          <a:bodyPr anchor="ctr">
            <a:no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Выявление основных тенденций и проблем больших языковых моделей в образовании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32A87A1-E008-492C-8D91-EA0B5488D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B429FC-9D3D-0D33-F494-20868F2A2F64}"/>
              </a:ext>
            </a:extLst>
          </p:cNvPr>
          <p:cNvSpPr txBox="1"/>
          <p:nvPr/>
        </p:nvSpPr>
        <p:spPr>
          <a:xfrm>
            <a:off x="6225482" y="1882588"/>
            <a:ext cx="4954147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/>
              <a:t>систематизация российских подходов к использованию БЯМ в образовании, выделить основные направления, а также рассмотреть риски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92509351-DD4B-EDF0-91D3-32C0F1C87F00}"/>
              </a:ext>
            </a:extLst>
          </p:cNvPr>
          <p:cNvSpPr txBox="1">
            <a:spLocks/>
          </p:cNvSpPr>
          <p:nvPr/>
        </p:nvSpPr>
        <p:spPr>
          <a:xfrm>
            <a:off x="6481556" y="0"/>
            <a:ext cx="4419074" cy="18825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spc="-5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Задачи</a:t>
            </a:r>
          </a:p>
        </p:txBody>
      </p:sp>
    </p:spTree>
    <p:extLst>
      <p:ext uri="{BB962C8B-B14F-4D97-AF65-F5344CB8AC3E}">
        <p14:creationId xmlns:p14="http://schemas.microsoft.com/office/powerpoint/2010/main" val="3855581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F4B838-147D-BD1A-CE1C-A4553F3B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1325562"/>
          </a:xfrm>
        </p:spPr>
        <p:txBody>
          <a:bodyPr>
            <a:normAutofit/>
          </a:bodyPr>
          <a:lstStyle/>
          <a:p>
            <a:r>
              <a:rPr lang="ru-RU" dirty="0"/>
              <a:t>Методы исследования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87E1C368-29EF-83F0-ADF4-A80CA3D3A7E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9844222"/>
              </p:ext>
            </p:extLst>
          </p:nvPr>
        </p:nvGraphicFramePr>
        <p:xfrm>
          <a:off x="1262063" y="2013055"/>
          <a:ext cx="9858191" cy="4201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69876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D08F2B-35D4-75F4-05A6-B1D035250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9680" y="-199017"/>
            <a:ext cx="9692640" cy="1325562"/>
          </a:xfrm>
        </p:spPr>
        <p:txBody>
          <a:bodyPr>
            <a:normAutofit/>
          </a:bodyPr>
          <a:lstStyle/>
          <a:p>
            <a:r>
              <a:rPr lang="ru-RU" dirty="0"/>
              <a:t>Влияние</a:t>
            </a:r>
          </a:p>
        </p:txBody>
      </p:sp>
      <p:graphicFrame>
        <p:nvGraphicFramePr>
          <p:cNvPr id="15" name="Объект 2">
            <a:extLst>
              <a:ext uri="{FF2B5EF4-FFF2-40B4-BE49-F238E27FC236}">
                <a16:creationId xmlns:a16="http://schemas.microsoft.com/office/drawing/2014/main" id="{A8BBC859-A2D4-7B38-8F3A-34E4261461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2270949"/>
              </p:ext>
            </p:extLst>
          </p:nvPr>
        </p:nvGraphicFramePr>
        <p:xfrm>
          <a:off x="804863" y="1492624"/>
          <a:ext cx="9885549" cy="51656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5673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C7FFA269-9AFA-5B0F-CA9F-A271956F7E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2234997"/>
              </p:ext>
            </p:extLst>
          </p:nvPr>
        </p:nvGraphicFramePr>
        <p:xfrm>
          <a:off x="914401" y="130629"/>
          <a:ext cx="10849322" cy="66402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41870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7AAB3C-9318-C79A-E6A6-E8FBDB69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1269" y="6145305"/>
            <a:ext cx="9858383" cy="567065"/>
          </a:xfrm>
        </p:spPr>
        <p:txBody>
          <a:bodyPr>
            <a:noAutofit/>
          </a:bodyPr>
          <a:lstStyle/>
          <a:p>
            <a:pPr algn="ctr"/>
            <a:r>
              <a:rPr lang="ru-RU" sz="1800" dirty="0"/>
              <a:t>Таблица 1. Сравнение преимуществ и недостатков разных больших языковых моделей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D3A3DAF9-40C5-B4D4-827C-F1D6ED65BC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6484103"/>
              </p:ext>
            </p:extLst>
          </p:nvPr>
        </p:nvGraphicFramePr>
        <p:xfrm>
          <a:off x="914400" y="145630"/>
          <a:ext cx="10849323" cy="617962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06997">
                  <a:extLst>
                    <a:ext uri="{9D8B030D-6E8A-4147-A177-3AD203B41FA5}">
                      <a16:colId xmlns:a16="http://schemas.microsoft.com/office/drawing/2014/main" val="1756864948"/>
                    </a:ext>
                  </a:extLst>
                </a:gridCol>
                <a:gridCol w="3237931">
                  <a:extLst>
                    <a:ext uri="{9D8B030D-6E8A-4147-A177-3AD203B41FA5}">
                      <a16:colId xmlns:a16="http://schemas.microsoft.com/office/drawing/2014/main" val="2670324195"/>
                    </a:ext>
                  </a:extLst>
                </a:gridCol>
                <a:gridCol w="2939299">
                  <a:extLst>
                    <a:ext uri="{9D8B030D-6E8A-4147-A177-3AD203B41FA5}">
                      <a16:colId xmlns:a16="http://schemas.microsoft.com/office/drawing/2014/main" val="2312963906"/>
                    </a:ext>
                  </a:extLst>
                </a:gridCol>
                <a:gridCol w="2765096">
                  <a:extLst>
                    <a:ext uri="{9D8B030D-6E8A-4147-A177-3AD203B41FA5}">
                      <a16:colId xmlns:a16="http://schemas.microsoft.com/office/drawing/2014/main" val="1339342657"/>
                    </a:ext>
                  </a:extLst>
                </a:gridCol>
              </a:tblGrid>
              <a:tr h="40177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Название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Плюсы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Минусы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Особенности в обучении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3209960084"/>
                  </a:ext>
                </a:extLst>
              </a:tr>
              <a:tr h="114326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ChatGPT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Высокое качество ответов, универсальность, поддержка диалога, генерация учебных материалов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Возможны «галлюцинации», риск списывания, платные функции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Персонализация обучения, помощь в написании работ, объяснение сложных тем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2344786376"/>
                  </a:ext>
                </a:extLst>
              </a:tr>
              <a:tr h="8685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DeepSeek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Сильные математические и логические способности, хорош в программировании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Менее развитый диалог, ограниченная адаптация под образование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Полезен для технических дисциплин и решения задач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693744201"/>
                  </a:ext>
                </a:extLst>
              </a:tr>
              <a:tr h="8685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Qwen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Хорошая мультимодальность, поддержка разных языков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Меньше распространён в образовании, чем ChatGPT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Подходит для работы с текстами и мультимедиа в обучении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3407876208"/>
                  </a:ext>
                </a:extLst>
              </a:tr>
              <a:tr h="8685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Gemini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Доступ к актуальной информации, мультимодальность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Иногда поверхностные ответы, зависит от экосистемы Google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Полезен для поиска и анализа информации, обучения через примеры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3005292699"/>
                  </a:ext>
                </a:extLst>
              </a:tr>
              <a:tr h="8685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Алиса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Хорошо понимает русский язык, доступность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Ограниченная глубина ответов, не специализирована как БЯМ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>
                          <a:effectLst/>
                        </a:rPr>
                        <a:t>Подходит для школьного уровня, быстрые ответы и помощь</a:t>
                      </a:r>
                      <a:endParaRPr lang="ru-RU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275627292"/>
                  </a:ext>
                </a:extLst>
              </a:tr>
              <a:tr h="8685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 err="1">
                          <a:effectLst/>
                        </a:rPr>
                        <a:t>Гигачат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Адаптация под русский язык и контекст, локальные решения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Ограниченность по сравнению с западными моделями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ru-RU" sz="1600" kern="100" dirty="0">
                          <a:effectLst/>
                        </a:rPr>
                        <a:t>Перспективен для внедрения в российские образовательные системы</a:t>
                      </a:r>
                      <a:endParaRPr lang="ru-RU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0565" marR="40565" marT="0" marB="0"/>
                </a:tc>
                <a:extLst>
                  <a:ext uri="{0D108BD9-81ED-4DB2-BD59-A6C34878D82A}">
                    <a16:rowId xmlns:a16="http://schemas.microsoft.com/office/drawing/2014/main" val="3954165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3503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876248C8-0720-48AB-91BA-5F530BB41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22092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849DEB-4552-3387-65A1-8A572F974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365760"/>
            <a:ext cx="9858383" cy="629322"/>
          </a:xfrm>
        </p:spPr>
        <p:txBody>
          <a:bodyPr>
            <a:normAutofit fontScale="90000"/>
          </a:bodyPr>
          <a:lstStyle/>
          <a:p>
            <a:r>
              <a:rPr lang="ru-RU" dirty="0"/>
              <a:t>Перспективные направления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23BEDA7-D0B8-4802-8168-92452653B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" cy="6858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2EFF34B-7B1A-4F9D-8CEE-A40962BC7C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763724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14" name="Объект 2">
            <a:extLst>
              <a:ext uri="{FF2B5EF4-FFF2-40B4-BE49-F238E27FC236}">
                <a16:creationId xmlns:a16="http://schemas.microsoft.com/office/drawing/2014/main" id="{46D8C164-D0B8-E08D-A315-137A7F4494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437530"/>
              </p:ext>
            </p:extLst>
          </p:nvPr>
        </p:nvGraphicFramePr>
        <p:xfrm>
          <a:off x="914401" y="1196789"/>
          <a:ext cx="10744200" cy="55536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61153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324E36-6AB5-219A-8722-F28FED354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938" y="243841"/>
            <a:ext cx="9692640" cy="1325562"/>
          </a:xfrm>
        </p:spPr>
        <p:txBody>
          <a:bodyPr>
            <a:normAutofit/>
          </a:bodyPr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BA72EB-C9F9-5B20-8110-788CEF573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720" y="1933574"/>
            <a:ext cx="6148892" cy="4680585"/>
          </a:xfrm>
        </p:spPr>
        <p:txBody>
          <a:bodyPr>
            <a:noAutofit/>
          </a:bodyPr>
          <a:lstStyle/>
          <a:p>
            <a:r>
              <a:rPr lang="ru-RU" sz="2400" dirty="0"/>
              <a:t>Интеграция должна осуществляться на основе научно обоснованных подходов, нормативного регулирования и системного развития цифровой грамотности преподавателей и студентов. </a:t>
            </a:r>
          </a:p>
          <a:p>
            <a:r>
              <a:rPr lang="ru-RU" sz="2400" dirty="0"/>
              <a:t>Целесообразно направить на эмпирическую оценку влияния БЯМ на учебные результаты и разработку методик их педагогически корректного применения</a:t>
            </a:r>
          </a:p>
        </p:txBody>
      </p:sp>
      <p:pic>
        <p:nvPicPr>
          <p:cNvPr id="7" name="Graphic 6" descr="Школьный класс">
            <a:extLst>
              <a:ext uri="{FF2B5EF4-FFF2-40B4-BE49-F238E27FC236}">
                <a16:creationId xmlns:a16="http://schemas.microsoft.com/office/drawing/2014/main" id="{4F81FD04-B641-CDDF-53A4-88791AC6C4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9706" y="1933575"/>
            <a:ext cx="3639872" cy="363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582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975692-9E78-AE41-5A2D-1E775BD23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439" y="-279699"/>
            <a:ext cx="9692640" cy="1325562"/>
          </a:xfrm>
        </p:spPr>
        <p:txBody>
          <a:bodyPr/>
          <a:lstStyle/>
          <a:p>
            <a:r>
              <a:rPr lang="ru-RU" dirty="0"/>
              <a:t>Список литературы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06D1AB-0548-2FC7-29A3-716E50638F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590" y="1253331"/>
            <a:ext cx="10902337" cy="4351337"/>
          </a:xfrm>
        </p:spPr>
        <p:txBody>
          <a:bodyPr>
            <a:noAutofit/>
          </a:bodyPr>
          <a:lstStyle/>
          <a:p>
            <a:pPr lvl="0"/>
            <a:r>
              <a:rPr lang="ru-RU" sz="2400" dirty="0"/>
              <a:t>Назаров Д. М., Бегичева С. В. Применение больших языковых моделей в образовательном процессе // Бизнес. Образование. Право. – 2024. – № 3 (68). – С. 430–436.</a:t>
            </a:r>
          </a:p>
          <a:p>
            <a:pPr lvl="0"/>
            <a:r>
              <a:rPr lang="ru-RU" sz="2400" dirty="0"/>
              <a:t>Никитина И. И. ИИ-инструменты и большие языковые модели в образовательной практике // Вестник молодых учёных и специалистов Самарского университета. – 2024. – № 2. – С. 45–52.</a:t>
            </a:r>
          </a:p>
          <a:p>
            <a:pPr lvl="0"/>
            <a:r>
              <a:rPr lang="ru-RU" sz="2400" dirty="0"/>
              <a:t>Литвинова Т. А., </a:t>
            </a:r>
            <a:r>
              <a:rPr lang="ru-RU" sz="2400" dirty="0" err="1"/>
              <a:t>Микрос</a:t>
            </a:r>
            <a:r>
              <a:rPr lang="ru-RU" sz="2400" dirty="0"/>
              <a:t> Г. К., </a:t>
            </a:r>
            <a:r>
              <a:rPr lang="ru-RU" sz="2400" dirty="0" err="1"/>
              <a:t>Дехнич</a:t>
            </a:r>
            <a:r>
              <a:rPr lang="ru-RU" sz="2400" dirty="0"/>
              <a:t> О. В. Письмо в эпоху больших языковых моделей: </a:t>
            </a:r>
            <a:r>
              <a:rPr lang="ru-RU" sz="2400" dirty="0" err="1"/>
              <a:t>библиометрический</a:t>
            </a:r>
            <a:r>
              <a:rPr lang="ru-RU" sz="2400" dirty="0"/>
              <a:t> анализ // Теоретическая и прикладная лингвистика. – 2024. – Т. 10, № 1. – С. 15–32.</a:t>
            </a:r>
          </a:p>
          <a:p>
            <a:pPr lvl="0"/>
            <a:r>
              <a:rPr lang="ru-RU" sz="2400" dirty="0"/>
              <a:t>Тихонова Е. В., </a:t>
            </a:r>
            <a:r>
              <a:rPr lang="ru-RU" sz="2400" dirty="0" err="1"/>
              <a:t>Раитская</a:t>
            </a:r>
            <a:r>
              <a:rPr lang="ru-RU" sz="2400" dirty="0"/>
              <a:t> Л. К. ChatGPT и большие языковые модели: возможности и риски для образования // Journal </a:t>
            </a:r>
            <a:r>
              <a:rPr lang="ru-RU" sz="2400" dirty="0" err="1"/>
              <a:t>of</a:t>
            </a:r>
            <a:r>
              <a:rPr lang="ru-RU" sz="2400" dirty="0"/>
              <a:t> Language </a:t>
            </a:r>
            <a:r>
              <a:rPr lang="ru-RU" sz="2400" dirty="0" err="1"/>
              <a:t>and</a:t>
            </a:r>
            <a:r>
              <a:rPr lang="ru-RU" sz="2400" dirty="0"/>
              <a:t> Education. – 2023. – Т. 9, № 4. – С. 8–20.</a:t>
            </a:r>
          </a:p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909781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AA4AF3A-8A25-D1D0-70CE-1DA6C8C02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9360" y="2301240"/>
            <a:ext cx="9692640" cy="1325562"/>
          </a:xfrm>
        </p:spPr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048406369"/>
      </p:ext>
    </p:extLst>
  </p:cSld>
  <p:clrMapOvr>
    <a:masterClrMapping/>
  </p:clrMapOvr>
</p:sld>
</file>

<file path=ppt/theme/theme1.xml><?xml version="1.0" encoding="utf-8"?>
<a:theme xmlns:a="http://schemas.openxmlformats.org/drawingml/2006/main" name="Вид">
  <a:themeElements>
    <a:clrScheme name="Вид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Вид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Вид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TM03457515[[fn=Вид]]</Template>
  <TotalTime>287</TotalTime>
  <Words>590</Words>
  <Application>Microsoft Office PowerPoint</Application>
  <PresentationFormat>Широкоэкранный</PresentationFormat>
  <Paragraphs>72</Paragraphs>
  <Slides>11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Aptos</vt:lpstr>
      <vt:lpstr>Arial</vt:lpstr>
      <vt:lpstr>Century Schoolbook</vt:lpstr>
      <vt:lpstr>Helvetica</vt:lpstr>
      <vt:lpstr>Wingdings 2</vt:lpstr>
      <vt:lpstr>Вид</vt:lpstr>
      <vt:lpstr>Использование больших языковых моделей в сфере образования</vt:lpstr>
      <vt:lpstr>Актуальность</vt:lpstr>
      <vt:lpstr>Цель</vt:lpstr>
      <vt:lpstr>Методы исследования</vt:lpstr>
      <vt:lpstr>Влияние</vt:lpstr>
      <vt:lpstr>Презентация PowerPoint</vt:lpstr>
      <vt:lpstr>Таблица 1. Сравнение преимуществ и недостатков разных больших языковых моделей</vt:lpstr>
      <vt:lpstr>Перспективные направления</vt:lpstr>
      <vt:lpstr>Выводы</vt:lpstr>
      <vt:lpstr>Список литературы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Aknas Macefg</dc:creator>
  <cp:lastModifiedBy>Aknas Macefg</cp:lastModifiedBy>
  <cp:revision>9</cp:revision>
  <dcterms:created xsi:type="dcterms:W3CDTF">2026-03-31T13:14:27Z</dcterms:created>
  <dcterms:modified xsi:type="dcterms:W3CDTF">2026-04-02T17:15:06Z</dcterms:modified>
</cp:coreProperties>
</file>