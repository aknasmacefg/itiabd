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A465-2084-4E94-B954-313B19A8B78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2D6B-DBE6-49C3-AE7B-9D63D4782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921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A465-2084-4E94-B954-313B19A8B78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2D6B-DBE6-49C3-AE7B-9D63D4782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9926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A465-2084-4E94-B954-313B19A8B78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2D6B-DBE6-49C3-AE7B-9D63D4782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43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A465-2084-4E94-B954-313B19A8B78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2D6B-DBE6-49C3-AE7B-9D63D4782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98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A465-2084-4E94-B954-313B19A8B78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2D6B-DBE6-49C3-AE7B-9D63D4782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6922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A465-2084-4E94-B954-313B19A8B78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2D6B-DBE6-49C3-AE7B-9D63D4782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266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A465-2084-4E94-B954-313B19A8B78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2D6B-DBE6-49C3-AE7B-9D63D4782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9815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A465-2084-4E94-B954-313B19A8B78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2D6B-DBE6-49C3-AE7B-9D63D4782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20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A465-2084-4E94-B954-313B19A8B78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2D6B-DBE6-49C3-AE7B-9D63D4782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981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A465-2084-4E94-B954-313B19A8B78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2D6B-DBE6-49C3-AE7B-9D63D4782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08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A465-2084-4E94-B954-313B19A8B78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2D6B-DBE6-49C3-AE7B-9D63D4782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931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8A465-2084-4E94-B954-313B19A8B78E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52D6B-DBE6-49C3-AE7B-9D63D4782D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64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Регистрация и отправка решения на </a:t>
            </a:r>
            <a:r>
              <a:rPr lang="en-US" dirty="0" err="1" smtClean="0"/>
              <a:t>Kaggle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731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1698" y="227648"/>
            <a:ext cx="10515600" cy="232845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10" y="2445413"/>
            <a:ext cx="9229725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62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7925" y="1825625"/>
            <a:ext cx="65761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09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3652" y="1825625"/>
            <a:ext cx="77646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69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65985"/>
            <a:ext cx="10515600" cy="387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661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</Words>
  <Application>Microsoft Office PowerPoint</Application>
  <PresentationFormat>Широкоэкранный</PresentationFormat>
  <Paragraphs>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Регистрация и отправка решения на Kaggle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Nikita</dc:creator>
  <cp:lastModifiedBy>Nikita</cp:lastModifiedBy>
  <cp:revision>2</cp:revision>
  <dcterms:created xsi:type="dcterms:W3CDTF">2023-10-06T19:15:03Z</dcterms:created>
  <dcterms:modified xsi:type="dcterms:W3CDTF">2023-10-06T19:17:20Z</dcterms:modified>
</cp:coreProperties>
</file>